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24" r:id="rId2"/>
    <p:sldId id="1230" r:id="rId3"/>
    <p:sldId id="325" r:id="rId4"/>
    <p:sldId id="326" r:id="rId5"/>
    <p:sldId id="327" r:id="rId6"/>
    <p:sldId id="319" r:id="rId7"/>
    <p:sldId id="1234" r:id="rId8"/>
    <p:sldId id="1233" r:id="rId9"/>
    <p:sldId id="1235" r:id="rId10"/>
    <p:sldId id="1213" r:id="rId11"/>
    <p:sldId id="1236" r:id="rId12"/>
    <p:sldId id="1229" r:id="rId13"/>
    <p:sldId id="328" r:id="rId14"/>
    <p:sldId id="122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D7757-4E50-43F1-B22A-D07DA0C2AF99}" v="11" dt="2025-03-07T03:02:42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2"/>
    <p:restoredTop sz="65227"/>
  </p:normalViewPr>
  <p:slideViewPr>
    <p:cSldViewPr snapToGrid="0">
      <p:cViewPr varScale="1">
        <p:scale>
          <a:sx n="41" d="100"/>
          <a:sy n="41" d="100"/>
        </p:scale>
        <p:origin x="14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Hoffman" userId="c89afae9-2ab1-4454-9d15-124c09a77240" providerId="ADAL" clId="{97D09E3B-D7EA-4313-B17C-DBC49DE374AC}"/>
    <pc:docChg chg="undo custSel addSld delSld modSld sldOrd">
      <pc:chgData name="Mike Hoffman" userId="c89afae9-2ab1-4454-9d15-124c09a77240" providerId="ADAL" clId="{97D09E3B-D7EA-4313-B17C-DBC49DE374AC}" dt="2025-01-21T11:41:12.537" v="1585" actId="20577"/>
      <pc:docMkLst>
        <pc:docMk/>
      </pc:docMkLst>
      <pc:sldChg chg="addSp delSp modSp mod">
        <pc:chgData name="Mike Hoffman" userId="c89afae9-2ab1-4454-9d15-124c09a77240" providerId="ADAL" clId="{97D09E3B-D7EA-4313-B17C-DBC49DE374AC}" dt="2025-01-20T16:06:49.702" v="307" actId="1076"/>
        <pc:sldMkLst>
          <pc:docMk/>
          <pc:sldMk cId="0" sldId="319"/>
        </pc:sldMkLst>
        <pc:picChg chg="add mod">
          <ac:chgData name="Mike Hoffman" userId="c89afae9-2ab1-4454-9d15-124c09a77240" providerId="ADAL" clId="{97D09E3B-D7EA-4313-B17C-DBC49DE374AC}" dt="2025-01-20T16:06:49.702" v="307" actId="1076"/>
          <ac:picMkLst>
            <pc:docMk/>
            <pc:sldMk cId="0" sldId="319"/>
            <ac:picMk id="9" creationId="{375E7249-C9E8-13C3-8879-B34ABA4C1570}"/>
          </ac:picMkLst>
        </pc:picChg>
      </pc:sldChg>
      <pc:sldChg chg="del">
        <pc:chgData name="Mike Hoffman" userId="c89afae9-2ab1-4454-9d15-124c09a77240" providerId="ADAL" clId="{97D09E3B-D7EA-4313-B17C-DBC49DE374AC}" dt="2025-01-21T11:27:55.928" v="379" actId="47"/>
        <pc:sldMkLst>
          <pc:docMk/>
          <pc:sldMk cId="0" sldId="321"/>
        </pc:sldMkLst>
      </pc:sldChg>
      <pc:sldChg chg="del">
        <pc:chgData name="Mike Hoffman" userId="c89afae9-2ab1-4454-9d15-124c09a77240" providerId="ADAL" clId="{97D09E3B-D7EA-4313-B17C-DBC49DE374AC}" dt="2025-01-21T11:27:57.369" v="381" actId="47"/>
        <pc:sldMkLst>
          <pc:docMk/>
          <pc:sldMk cId="0" sldId="322"/>
        </pc:sldMkLst>
      </pc:sldChg>
      <pc:sldChg chg="modSp mod">
        <pc:chgData name="Mike Hoffman" userId="c89afae9-2ab1-4454-9d15-124c09a77240" providerId="ADAL" clId="{97D09E3B-D7EA-4313-B17C-DBC49DE374AC}" dt="2025-01-20T15:54:10.350" v="8" actId="20577"/>
        <pc:sldMkLst>
          <pc:docMk/>
          <pc:sldMk cId="2741212493" sldId="324"/>
        </pc:sldMkLst>
        <pc:spChg chg="mod">
          <ac:chgData name="Mike Hoffman" userId="c89afae9-2ab1-4454-9d15-124c09a77240" providerId="ADAL" clId="{97D09E3B-D7EA-4313-B17C-DBC49DE374AC}" dt="2025-01-20T15:54:10.350" v="8" actId="20577"/>
          <ac:spMkLst>
            <pc:docMk/>
            <pc:sldMk cId="2741212493" sldId="324"/>
            <ac:spMk id="2" creationId="{9D2483C5-47EE-3C64-A008-658C45FDD392}"/>
          </ac:spMkLst>
        </pc:spChg>
      </pc:sldChg>
      <pc:sldChg chg="addSp delSp modSp mod">
        <pc:chgData name="Mike Hoffman" userId="c89afae9-2ab1-4454-9d15-124c09a77240" providerId="ADAL" clId="{97D09E3B-D7EA-4313-B17C-DBC49DE374AC}" dt="2025-01-21T11:26:06.633" v="312"/>
        <pc:sldMkLst>
          <pc:docMk/>
          <pc:sldMk cId="4270365159" sldId="325"/>
        </pc:sldMkLst>
        <pc:spChg chg="mod">
          <ac:chgData name="Mike Hoffman" userId="c89afae9-2ab1-4454-9d15-124c09a77240" providerId="ADAL" clId="{97D09E3B-D7EA-4313-B17C-DBC49DE374AC}" dt="2025-01-20T15:55:03.638" v="184" actId="26606"/>
          <ac:spMkLst>
            <pc:docMk/>
            <pc:sldMk cId="4270365159" sldId="325"/>
            <ac:spMk id="2" creationId="{AD7CE077-A09C-CEF8-3757-BF855D1DB70C}"/>
          </ac:spMkLst>
        </pc:spChg>
        <pc:spChg chg="add">
          <ac:chgData name="Mike Hoffman" userId="c89afae9-2ab1-4454-9d15-124c09a77240" providerId="ADAL" clId="{97D09E3B-D7EA-4313-B17C-DBC49DE374AC}" dt="2025-01-20T15:55:03.638" v="184" actId="26606"/>
          <ac:spMkLst>
            <pc:docMk/>
            <pc:sldMk cId="4270365159" sldId="325"/>
            <ac:spMk id="20" creationId="{2659FDB4-FCBE-4A89-B46D-43D4FA54464D}"/>
          </ac:spMkLst>
        </pc:spChg>
        <pc:graphicFrameChg chg="add mod">
          <ac:chgData name="Mike Hoffman" userId="c89afae9-2ab1-4454-9d15-124c09a77240" providerId="ADAL" clId="{97D09E3B-D7EA-4313-B17C-DBC49DE374AC}" dt="2025-01-21T11:26:06.633" v="312"/>
          <ac:graphicFrameMkLst>
            <pc:docMk/>
            <pc:sldMk cId="4270365159" sldId="325"/>
            <ac:graphicFrameMk id="16" creationId="{1D4A1AF8-FA67-E522-D806-0232A6E7EB7F}"/>
          </ac:graphicFrameMkLst>
        </pc:graphicFrameChg>
        <pc:cxnChg chg="add">
          <ac:chgData name="Mike Hoffman" userId="c89afae9-2ab1-4454-9d15-124c09a77240" providerId="ADAL" clId="{97D09E3B-D7EA-4313-B17C-DBC49DE374AC}" dt="2025-01-20T15:55:03.638" v="184" actId="26606"/>
          <ac:cxnSpMkLst>
            <pc:docMk/>
            <pc:sldMk cId="4270365159" sldId="325"/>
            <ac:cxnSpMk id="22" creationId="{C8F51B3F-8331-4E4A-AE96-D47B1006EEAD}"/>
          </ac:cxnSpMkLst>
        </pc:cxnChg>
      </pc:sldChg>
      <pc:sldChg chg="modSp mod">
        <pc:chgData name="Mike Hoffman" userId="c89afae9-2ab1-4454-9d15-124c09a77240" providerId="ADAL" clId="{97D09E3B-D7EA-4313-B17C-DBC49DE374AC}" dt="2025-01-21T11:31:04.831" v="536" actId="20577"/>
        <pc:sldMkLst>
          <pc:docMk/>
          <pc:sldMk cId="1718742128" sldId="326"/>
        </pc:sldMkLst>
        <pc:spChg chg="mod">
          <ac:chgData name="Mike Hoffman" userId="c89afae9-2ab1-4454-9d15-124c09a77240" providerId="ADAL" clId="{97D09E3B-D7EA-4313-B17C-DBC49DE374AC}" dt="2025-01-21T11:30:56.728" v="516" actId="113"/>
          <ac:spMkLst>
            <pc:docMk/>
            <pc:sldMk cId="1718742128" sldId="326"/>
            <ac:spMk id="2" creationId="{79E3D71B-1FE4-7170-B308-98C2E682BA92}"/>
          </ac:spMkLst>
        </pc:spChg>
        <pc:graphicFrameChg chg="mod">
          <ac:chgData name="Mike Hoffman" userId="c89afae9-2ab1-4454-9d15-124c09a77240" providerId="ADAL" clId="{97D09E3B-D7EA-4313-B17C-DBC49DE374AC}" dt="2025-01-21T11:31:04.831" v="536" actId="20577"/>
          <ac:graphicFrameMkLst>
            <pc:docMk/>
            <pc:sldMk cId="1718742128" sldId="326"/>
            <ac:graphicFrameMk id="6" creationId="{6C4EE7AA-3AEF-DE81-72E5-90701BE09CD3}"/>
          </ac:graphicFrameMkLst>
        </pc:graphicFrameChg>
      </pc:sldChg>
      <pc:sldChg chg="modSp mod">
        <pc:chgData name="Mike Hoffman" userId="c89afae9-2ab1-4454-9d15-124c09a77240" providerId="ADAL" clId="{97D09E3B-D7EA-4313-B17C-DBC49DE374AC}" dt="2025-01-20T15:57:31.727" v="262" actId="20577"/>
        <pc:sldMkLst>
          <pc:docMk/>
          <pc:sldMk cId="273654003" sldId="327"/>
        </pc:sldMkLst>
        <pc:spChg chg="mod">
          <ac:chgData name="Mike Hoffman" userId="c89afae9-2ab1-4454-9d15-124c09a77240" providerId="ADAL" clId="{97D09E3B-D7EA-4313-B17C-DBC49DE374AC}" dt="2025-01-20T15:57:31.727" v="262" actId="20577"/>
          <ac:spMkLst>
            <pc:docMk/>
            <pc:sldMk cId="273654003" sldId="327"/>
            <ac:spMk id="2" creationId="{A46C1EEF-98B1-B623-343B-C70FAFFCC29B}"/>
          </ac:spMkLst>
        </pc:spChg>
      </pc:sldChg>
      <pc:sldChg chg="modSp mod">
        <pc:chgData name="Mike Hoffman" userId="c89afae9-2ab1-4454-9d15-124c09a77240" providerId="ADAL" clId="{97D09E3B-D7EA-4313-B17C-DBC49DE374AC}" dt="2025-01-21T11:41:12.537" v="1585" actId="20577"/>
        <pc:sldMkLst>
          <pc:docMk/>
          <pc:sldMk cId="2883388089" sldId="328"/>
        </pc:sldMkLst>
        <pc:spChg chg="mod">
          <ac:chgData name="Mike Hoffman" userId="c89afae9-2ab1-4454-9d15-124c09a77240" providerId="ADAL" clId="{97D09E3B-D7EA-4313-B17C-DBC49DE374AC}" dt="2025-01-21T11:41:12.537" v="1585" actId="20577"/>
          <ac:spMkLst>
            <pc:docMk/>
            <pc:sldMk cId="2883388089" sldId="328"/>
            <ac:spMk id="2" creationId="{D40C283F-0FA3-30EE-66D0-C6FCED6B8027}"/>
          </ac:spMkLst>
        </pc:spChg>
      </pc:sldChg>
      <pc:sldChg chg="modSp mod modNotesTx">
        <pc:chgData name="Mike Hoffman" userId="c89afae9-2ab1-4454-9d15-124c09a77240" providerId="ADAL" clId="{97D09E3B-D7EA-4313-B17C-DBC49DE374AC}" dt="2025-01-21T11:29:03.135" v="444" actId="1076"/>
        <pc:sldMkLst>
          <pc:docMk/>
          <pc:sldMk cId="767426839" sldId="1209"/>
        </pc:sldMkLst>
      </pc:sldChg>
      <pc:sldChg chg="del">
        <pc:chgData name="Mike Hoffman" userId="c89afae9-2ab1-4454-9d15-124c09a77240" providerId="ADAL" clId="{97D09E3B-D7EA-4313-B17C-DBC49DE374AC}" dt="2025-01-21T11:27:04.333" v="357" actId="47"/>
        <pc:sldMkLst>
          <pc:docMk/>
          <pc:sldMk cId="3564761680" sldId="1212"/>
        </pc:sldMkLst>
      </pc:sldChg>
      <pc:sldChg chg="modSp mod">
        <pc:chgData name="Mike Hoffman" userId="c89afae9-2ab1-4454-9d15-124c09a77240" providerId="ADAL" clId="{97D09E3B-D7EA-4313-B17C-DBC49DE374AC}" dt="2025-01-21T11:31:59.721" v="559" actId="20577"/>
        <pc:sldMkLst>
          <pc:docMk/>
          <pc:sldMk cId="1761588334" sldId="1213"/>
        </pc:sldMkLst>
        <pc:spChg chg="mod">
          <ac:chgData name="Mike Hoffman" userId="c89afae9-2ab1-4454-9d15-124c09a77240" providerId="ADAL" clId="{97D09E3B-D7EA-4313-B17C-DBC49DE374AC}" dt="2025-01-21T11:31:59.721" v="559" actId="20577"/>
          <ac:spMkLst>
            <pc:docMk/>
            <pc:sldMk cId="1761588334" sldId="1213"/>
            <ac:spMk id="2" creationId="{0CFEA907-98F3-DD6C-44FE-730CBFC272AB}"/>
          </ac:spMkLst>
        </pc:spChg>
      </pc:sldChg>
      <pc:sldChg chg="del">
        <pc:chgData name="Mike Hoffman" userId="c89afae9-2ab1-4454-9d15-124c09a77240" providerId="ADAL" clId="{97D09E3B-D7EA-4313-B17C-DBC49DE374AC}" dt="2025-01-21T11:32:02.899" v="560" actId="47"/>
        <pc:sldMkLst>
          <pc:docMk/>
          <pc:sldMk cId="3601939788" sldId="1214"/>
        </pc:sldMkLst>
      </pc:sldChg>
      <pc:sldChg chg="del">
        <pc:chgData name="Mike Hoffman" userId="c89afae9-2ab1-4454-9d15-124c09a77240" providerId="ADAL" clId="{97D09E3B-D7EA-4313-B17C-DBC49DE374AC}" dt="2025-01-21T11:38:52.863" v="1358" actId="47"/>
        <pc:sldMkLst>
          <pc:docMk/>
          <pc:sldMk cId="2166923798" sldId="1215"/>
        </pc:sldMkLst>
      </pc:sldChg>
      <pc:sldChg chg="del">
        <pc:chgData name="Mike Hoffman" userId="c89afae9-2ab1-4454-9d15-124c09a77240" providerId="ADAL" clId="{97D09E3B-D7EA-4313-B17C-DBC49DE374AC}" dt="2025-01-21T11:39:04.097" v="1362" actId="47"/>
        <pc:sldMkLst>
          <pc:docMk/>
          <pc:sldMk cId="2299363810" sldId="1216"/>
        </pc:sldMkLst>
      </pc:sldChg>
      <pc:sldChg chg="del">
        <pc:chgData name="Mike Hoffman" userId="c89afae9-2ab1-4454-9d15-124c09a77240" providerId="ADAL" clId="{97D09E3B-D7EA-4313-B17C-DBC49DE374AC}" dt="2025-01-21T11:39:10.780" v="1364" actId="47"/>
        <pc:sldMkLst>
          <pc:docMk/>
          <pc:sldMk cId="1849118517" sldId="1217"/>
        </pc:sldMkLst>
      </pc:sldChg>
      <pc:sldChg chg="del">
        <pc:chgData name="Mike Hoffman" userId="c89afae9-2ab1-4454-9d15-124c09a77240" providerId="ADAL" clId="{97D09E3B-D7EA-4313-B17C-DBC49DE374AC}" dt="2025-01-21T11:39:12.663" v="1365" actId="47"/>
        <pc:sldMkLst>
          <pc:docMk/>
          <pc:sldMk cId="2492230703" sldId="1218"/>
        </pc:sldMkLst>
      </pc:sldChg>
      <pc:sldChg chg="del">
        <pc:chgData name="Mike Hoffman" userId="c89afae9-2ab1-4454-9d15-124c09a77240" providerId="ADAL" clId="{97D09E3B-D7EA-4313-B17C-DBC49DE374AC}" dt="2025-01-21T11:39:14.138" v="1366" actId="47"/>
        <pc:sldMkLst>
          <pc:docMk/>
          <pc:sldMk cId="2731325641" sldId="1219"/>
        </pc:sldMkLst>
      </pc:sldChg>
      <pc:sldChg chg="del">
        <pc:chgData name="Mike Hoffman" userId="c89afae9-2ab1-4454-9d15-124c09a77240" providerId="ADAL" clId="{97D09E3B-D7EA-4313-B17C-DBC49DE374AC}" dt="2025-01-21T11:39:15.734" v="1367" actId="47"/>
        <pc:sldMkLst>
          <pc:docMk/>
          <pc:sldMk cId="401446202" sldId="1220"/>
        </pc:sldMkLst>
      </pc:sldChg>
      <pc:sldChg chg="del">
        <pc:chgData name="Mike Hoffman" userId="c89afae9-2ab1-4454-9d15-124c09a77240" providerId="ADAL" clId="{97D09E3B-D7EA-4313-B17C-DBC49DE374AC}" dt="2025-01-21T11:39:18.350" v="1368" actId="47"/>
        <pc:sldMkLst>
          <pc:docMk/>
          <pc:sldMk cId="1922448073" sldId="1221"/>
        </pc:sldMkLst>
      </pc:sldChg>
      <pc:sldChg chg="del">
        <pc:chgData name="Mike Hoffman" userId="c89afae9-2ab1-4454-9d15-124c09a77240" providerId="ADAL" clId="{97D09E3B-D7EA-4313-B17C-DBC49DE374AC}" dt="2025-01-21T11:27:56.602" v="380" actId="47"/>
        <pc:sldMkLst>
          <pc:docMk/>
          <pc:sldMk cId="3704794854" sldId="1222"/>
        </pc:sldMkLst>
      </pc:sldChg>
      <pc:sldChg chg="modSp">
        <pc:chgData name="Mike Hoffman" userId="c89afae9-2ab1-4454-9d15-124c09a77240" providerId="ADAL" clId="{97D09E3B-D7EA-4313-B17C-DBC49DE374AC}" dt="2025-01-21T11:40:14.711" v="1532" actId="20577"/>
        <pc:sldMkLst>
          <pc:docMk/>
          <pc:sldMk cId="678478570" sldId="1223"/>
        </pc:sldMkLst>
        <pc:spChg chg="mod">
          <ac:chgData name="Mike Hoffman" userId="c89afae9-2ab1-4454-9d15-124c09a77240" providerId="ADAL" clId="{97D09E3B-D7EA-4313-B17C-DBC49DE374AC}" dt="2025-01-21T11:40:14.711" v="1532" actId="20577"/>
          <ac:spMkLst>
            <pc:docMk/>
            <pc:sldMk cId="678478570" sldId="1223"/>
            <ac:spMk id="2" creationId="{A759D58F-AC32-3694-2705-BEA8C51A93BE}"/>
          </ac:spMkLst>
        </pc:spChg>
      </pc:sldChg>
      <pc:sldChg chg="del">
        <pc:chgData name="Mike Hoffman" userId="c89afae9-2ab1-4454-9d15-124c09a77240" providerId="ADAL" clId="{97D09E3B-D7EA-4313-B17C-DBC49DE374AC}" dt="2025-01-20T15:57:19.796" v="242" actId="47"/>
        <pc:sldMkLst>
          <pc:docMk/>
          <pc:sldMk cId="734491247" sldId="1224"/>
        </pc:sldMkLst>
      </pc:sldChg>
      <pc:sldChg chg="del">
        <pc:chgData name="Mike Hoffman" userId="c89afae9-2ab1-4454-9d15-124c09a77240" providerId="ADAL" clId="{97D09E3B-D7EA-4313-B17C-DBC49DE374AC}" dt="2025-01-21T11:39:06.031" v="1363" actId="47"/>
        <pc:sldMkLst>
          <pc:docMk/>
          <pc:sldMk cId="4029213920" sldId="1225"/>
        </pc:sldMkLst>
      </pc:sldChg>
      <pc:sldChg chg="del">
        <pc:chgData name="Mike Hoffman" userId="c89afae9-2ab1-4454-9d15-124c09a77240" providerId="ADAL" clId="{97D09E3B-D7EA-4313-B17C-DBC49DE374AC}" dt="2025-01-21T11:39:19.793" v="1369" actId="47"/>
        <pc:sldMkLst>
          <pc:docMk/>
          <pc:sldMk cId="528294693" sldId="1226"/>
        </pc:sldMkLst>
      </pc:sldChg>
      <pc:sldChg chg="del">
        <pc:chgData name="Mike Hoffman" userId="c89afae9-2ab1-4454-9d15-124c09a77240" providerId="ADAL" clId="{97D09E3B-D7EA-4313-B17C-DBC49DE374AC}" dt="2025-01-21T11:38:56.826" v="1359" actId="47"/>
        <pc:sldMkLst>
          <pc:docMk/>
          <pc:sldMk cId="425485537" sldId="1227"/>
        </pc:sldMkLst>
      </pc:sldChg>
      <pc:sldChg chg="del">
        <pc:chgData name="Mike Hoffman" userId="c89afae9-2ab1-4454-9d15-124c09a77240" providerId="ADAL" clId="{97D09E3B-D7EA-4313-B17C-DBC49DE374AC}" dt="2025-01-21T11:32:04.532" v="561" actId="47"/>
        <pc:sldMkLst>
          <pc:docMk/>
          <pc:sldMk cId="3939394987" sldId="1228"/>
        </pc:sldMkLst>
      </pc:sldChg>
      <pc:sldChg chg="modSp mod">
        <pc:chgData name="Mike Hoffman" userId="c89afae9-2ab1-4454-9d15-124c09a77240" providerId="ADAL" clId="{97D09E3B-D7EA-4313-B17C-DBC49DE374AC}" dt="2025-01-21T11:40:51.663" v="1573" actId="20577"/>
        <pc:sldMkLst>
          <pc:docMk/>
          <pc:sldMk cId="593982928" sldId="1229"/>
        </pc:sldMkLst>
        <pc:spChg chg="mod">
          <ac:chgData name="Mike Hoffman" userId="c89afae9-2ab1-4454-9d15-124c09a77240" providerId="ADAL" clId="{97D09E3B-D7EA-4313-B17C-DBC49DE374AC}" dt="2025-01-21T11:40:51.663" v="1573" actId="20577"/>
          <ac:spMkLst>
            <pc:docMk/>
            <pc:sldMk cId="593982928" sldId="1229"/>
            <ac:spMk id="2" creationId="{135F8C8A-0CBE-4B7D-0D92-1E25A4B52B11}"/>
          </ac:spMkLst>
        </pc:spChg>
        <pc:graphicFrameChg chg="mod modGraphic">
          <ac:chgData name="Mike Hoffman" userId="c89afae9-2ab1-4454-9d15-124c09a77240" providerId="ADAL" clId="{97D09E3B-D7EA-4313-B17C-DBC49DE374AC}" dt="2025-01-21T11:38:21.145" v="1357" actId="20577"/>
          <ac:graphicFrameMkLst>
            <pc:docMk/>
            <pc:sldMk cId="593982928" sldId="1229"/>
            <ac:graphicFrameMk id="19" creationId="{B53581A7-F74B-448C-E343-C09C34EA320D}"/>
          </ac:graphicFrameMkLst>
        </pc:graphicFrameChg>
      </pc:sldChg>
      <pc:sldChg chg="modSp mod ord">
        <pc:chgData name="Mike Hoffman" userId="c89afae9-2ab1-4454-9d15-124c09a77240" providerId="ADAL" clId="{97D09E3B-D7EA-4313-B17C-DBC49DE374AC}" dt="2025-01-20T15:57:13.301" v="241"/>
        <pc:sldMkLst>
          <pc:docMk/>
          <pc:sldMk cId="2500934594" sldId="1230"/>
        </pc:sldMkLst>
        <pc:spChg chg="mod">
          <ac:chgData name="Mike Hoffman" userId="c89afae9-2ab1-4454-9d15-124c09a77240" providerId="ADAL" clId="{97D09E3B-D7EA-4313-B17C-DBC49DE374AC}" dt="2025-01-20T15:57:09.359" v="239" actId="20577"/>
          <ac:spMkLst>
            <pc:docMk/>
            <pc:sldMk cId="2500934594" sldId="1230"/>
            <ac:spMk id="2" creationId="{B2198B4C-7D7F-CA14-13A3-28BC91DD4BE1}"/>
          </ac:spMkLst>
        </pc:spChg>
      </pc:sldChg>
      <pc:sldChg chg="del">
        <pc:chgData name="Mike Hoffman" userId="c89afae9-2ab1-4454-9d15-124c09a77240" providerId="ADAL" clId="{97D09E3B-D7EA-4313-B17C-DBC49DE374AC}" dt="2025-01-21T11:38:59.299" v="1360" actId="47"/>
        <pc:sldMkLst>
          <pc:docMk/>
          <pc:sldMk cId="1268307758" sldId="1231"/>
        </pc:sldMkLst>
      </pc:sldChg>
      <pc:sldChg chg="del">
        <pc:chgData name="Mike Hoffman" userId="c89afae9-2ab1-4454-9d15-124c09a77240" providerId="ADAL" clId="{97D09E3B-D7EA-4313-B17C-DBC49DE374AC}" dt="2025-01-21T11:39:01.380" v="1361" actId="47"/>
        <pc:sldMkLst>
          <pc:docMk/>
          <pc:sldMk cId="3677805334" sldId="1232"/>
        </pc:sldMkLst>
      </pc:sldChg>
      <pc:sldChg chg="addSp delSp new del mod">
        <pc:chgData name="Mike Hoffman" userId="c89afae9-2ab1-4454-9d15-124c09a77240" providerId="ADAL" clId="{97D09E3B-D7EA-4313-B17C-DBC49DE374AC}" dt="2025-01-21T11:26:27.155" v="315" actId="47"/>
        <pc:sldMkLst>
          <pc:docMk/>
          <pc:sldMk cId="705490863" sldId="1233"/>
        </pc:sldMkLst>
      </pc:sldChg>
      <pc:sldChg chg="addSp modSp new mod setBg">
        <pc:chgData name="Mike Hoffman" userId="c89afae9-2ab1-4454-9d15-124c09a77240" providerId="ADAL" clId="{97D09E3B-D7EA-4313-B17C-DBC49DE374AC}" dt="2025-01-21T11:26:48.354" v="356" actId="26606"/>
        <pc:sldMkLst>
          <pc:docMk/>
          <pc:sldMk cId="2057483632" sldId="1233"/>
        </pc:sldMkLst>
        <pc:spChg chg="mod">
          <ac:chgData name="Mike Hoffman" userId="c89afae9-2ab1-4454-9d15-124c09a77240" providerId="ADAL" clId="{97D09E3B-D7EA-4313-B17C-DBC49DE374AC}" dt="2025-01-21T11:26:48.354" v="356" actId="26606"/>
          <ac:spMkLst>
            <pc:docMk/>
            <pc:sldMk cId="2057483632" sldId="1233"/>
            <ac:spMk id="2" creationId="{98A1761F-FB60-CC7D-E0C6-814B8D188430}"/>
          </ac:spMkLst>
        </pc:spChg>
        <pc:spChg chg="add">
          <ac:chgData name="Mike Hoffman" userId="c89afae9-2ab1-4454-9d15-124c09a77240" providerId="ADAL" clId="{97D09E3B-D7EA-4313-B17C-DBC49DE374AC}" dt="2025-01-21T11:26:48.354" v="356" actId="26606"/>
          <ac:spMkLst>
            <pc:docMk/>
            <pc:sldMk cId="2057483632" sldId="1233"/>
            <ac:spMk id="11" creationId="{F575A102-D95D-4D6E-8F1B-49EED0AEC65C}"/>
          </ac:spMkLst>
        </pc:spChg>
        <pc:spChg chg="add">
          <ac:chgData name="Mike Hoffman" userId="c89afae9-2ab1-4454-9d15-124c09a77240" providerId="ADAL" clId="{97D09E3B-D7EA-4313-B17C-DBC49DE374AC}" dt="2025-01-21T11:26:48.354" v="356" actId="26606"/>
          <ac:spMkLst>
            <pc:docMk/>
            <pc:sldMk cId="2057483632" sldId="1233"/>
            <ac:spMk id="13" creationId="{158B3569-73B2-4D05-8E95-886A6EE17F1F}"/>
          </ac:spMkLst>
        </pc:spChg>
        <pc:grpChg chg="add">
          <ac:chgData name="Mike Hoffman" userId="c89afae9-2ab1-4454-9d15-124c09a77240" providerId="ADAL" clId="{97D09E3B-D7EA-4313-B17C-DBC49DE374AC}" dt="2025-01-21T11:26:48.354" v="356" actId="26606"/>
          <ac:grpSpMkLst>
            <pc:docMk/>
            <pc:sldMk cId="2057483632" sldId="1233"/>
            <ac:grpSpMk id="15" creationId="{CF0FFF1F-79B6-4A13-A464-070CD6F896AF}"/>
          </ac:grpSpMkLst>
        </pc:grpChg>
        <pc:picChg chg="add mod">
          <ac:chgData name="Mike Hoffman" userId="c89afae9-2ab1-4454-9d15-124c09a77240" providerId="ADAL" clId="{97D09E3B-D7EA-4313-B17C-DBC49DE374AC}" dt="2025-01-21T11:26:48.354" v="356" actId="26606"/>
          <ac:picMkLst>
            <pc:docMk/>
            <pc:sldMk cId="2057483632" sldId="1233"/>
            <ac:picMk id="6" creationId="{933305BB-12C2-EB38-D906-2A3050828223}"/>
          </ac:picMkLst>
        </pc:picChg>
        <pc:cxnChg chg="add">
          <ac:chgData name="Mike Hoffman" userId="c89afae9-2ab1-4454-9d15-124c09a77240" providerId="ADAL" clId="{97D09E3B-D7EA-4313-B17C-DBC49DE374AC}" dt="2025-01-21T11:26:48.354" v="356" actId="26606"/>
          <ac:cxnSpMkLst>
            <pc:docMk/>
            <pc:sldMk cId="2057483632" sldId="1233"/>
            <ac:cxnSpMk id="20" creationId="{56020367-4FD5-4596-8E10-C5F095CD8DBF}"/>
          </ac:cxnSpMkLst>
        </pc:cxnChg>
      </pc:sldChg>
      <pc:sldChg chg="addSp delSp modSp new mod">
        <pc:chgData name="Mike Hoffman" userId="c89afae9-2ab1-4454-9d15-124c09a77240" providerId="ADAL" clId="{97D09E3B-D7EA-4313-B17C-DBC49DE374AC}" dt="2025-01-21T11:29:44.390" v="460" actId="1076"/>
        <pc:sldMkLst>
          <pc:docMk/>
          <pc:sldMk cId="3319235558" sldId="1234"/>
        </pc:sldMkLst>
        <pc:spChg chg="add mod">
          <ac:chgData name="Mike Hoffman" userId="c89afae9-2ab1-4454-9d15-124c09a77240" providerId="ADAL" clId="{97D09E3B-D7EA-4313-B17C-DBC49DE374AC}" dt="2025-01-21T11:29:44.390" v="460" actId="1076"/>
          <ac:spMkLst>
            <pc:docMk/>
            <pc:sldMk cId="3319235558" sldId="1234"/>
            <ac:spMk id="4" creationId="{F2FAC819-A48F-DC3F-86DF-EED8F78385AB}"/>
          </ac:spMkLst>
        </pc:spChg>
      </pc:sldChg>
      <pc:sldChg chg="addSp modSp new mod setBg">
        <pc:chgData name="Mike Hoffman" userId="c89afae9-2ab1-4454-9d15-124c09a77240" providerId="ADAL" clId="{97D09E3B-D7EA-4313-B17C-DBC49DE374AC}" dt="2025-01-21T11:30:36.149" v="514" actId="26606"/>
        <pc:sldMkLst>
          <pc:docMk/>
          <pc:sldMk cId="3104480753" sldId="1235"/>
        </pc:sldMkLst>
        <pc:spChg chg="mod">
          <ac:chgData name="Mike Hoffman" userId="c89afae9-2ab1-4454-9d15-124c09a77240" providerId="ADAL" clId="{97D09E3B-D7EA-4313-B17C-DBC49DE374AC}" dt="2025-01-21T11:30:36.149" v="514" actId="26606"/>
          <ac:spMkLst>
            <pc:docMk/>
            <pc:sldMk cId="3104480753" sldId="1235"/>
            <ac:spMk id="2" creationId="{7FCE3B5D-588C-57E7-AD5D-E4BD4035F898}"/>
          </ac:spMkLst>
        </pc:spChg>
        <pc:spChg chg="add mod">
          <ac:chgData name="Mike Hoffman" userId="c89afae9-2ab1-4454-9d15-124c09a77240" providerId="ADAL" clId="{97D09E3B-D7EA-4313-B17C-DBC49DE374AC}" dt="2025-01-21T11:30:36.149" v="514" actId="26606"/>
          <ac:spMkLst>
            <pc:docMk/>
            <pc:sldMk cId="3104480753" sldId="1235"/>
            <ac:spMk id="4" creationId="{4EABE347-15E6-30D7-994C-FAAAFC082B36}"/>
          </ac:spMkLst>
        </pc:spChg>
        <pc:spChg chg="add">
          <ac:chgData name="Mike Hoffman" userId="c89afae9-2ab1-4454-9d15-124c09a77240" providerId="ADAL" clId="{97D09E3B-D7EA-4313-B17C-DBC49DE374AC}" dt="2025-01-21T11:30:36.149" v="514" actId="26606"/>
          <ac:spMkLst>
            <pc:docMk/>
            <pc:sldMk cId="3104480753" sldId="1235"/>
            <ac:spMk id="9" creationId="{081EA652-8C6A-4E69-BEB9-170809474553}"/>
          </ac:spMkLst>
        </pc:spChg>
        <pc:spChg chg="add">
          <ac:chgData name="Mike Hoffman" userId="c89afae9-2ab1-4454-9d15-124c09a77240" providerId="ADAL" clId="{97D09E3B-D7EA-4313-B17C-DBC49DE374AC}" dt="2025-01-21T11:30:36.149" v="514" actId="26606"/>
          <ac:spMkLst>
            <pc:docMk/>
            <pc:sldMk cId="3104480753" sldId="1235"/>
            <ac:spMk id="11" creationId="{5298780A-33B9-4EA2-8F67-DE68AD62841B}"/>
          </ac:spMkLst>
        </pc:spChg>
        <pc:spChg chg="add">
          <ac:chgData name="Mike Hoffman" userId="c89afae9-2ab1-4454-9d15-124c09a77240" providerId="ADAL" clId="{97D09E3B-D7EA-4313-B17C-DBC49DE374AC}" dt="2025-01-21T11:30:36.149" v="514" actId="26606"/>
          <ac:spMkLst>
            <pc:docMk/>
            <pc:sldMk cId="3104480753" sldId="1235"/>
            <ac:spMk id="13" creationId="{7F488E8B-4E1E-4402-8935-D4E6C02615C7}"/>
          </ac:spMkLst>
        </pc:spChg>
        <pc:cxnChg chg="add">
          <ac:chgData name="Mike Hoffman" userId="c89afae9-2ab1-4454-9d15-124c09a77240" providerId="ADAL" clId="{97D09E3B-D7EA-4313-B17C-DBC49DE374AC}" dt="2025-01-21T11:30:36.149" v="514" actId="26606"/>
          <ac:cxnSpMkLst>
            <pc:docMk/>
            <pc:sldMk cId="3104480753" sldId="1235"/>
            <ac:cxnSpMk id="15" creationId="{23AAC9B5-8015-485C-ACF9-A750390E9A56}"/>
          </ac:cxnSpMkLst>
        </pc:cxnChg>
      </pc:sldChg>
      <pc:sldChg chg="addSp delSp modSp new mod setBg">
        <pc:chgData name="Mike Hoffman" userId="c89afae9-2ab1-4454-9d15-124c09a77240" providerId="ADAL" clId="{97D09E3B-D7EA-4313-B17C-DBC49DE374AC}" dt="2025-01-21T11:35:30.213" v="1248" actId="26606"/>
        <pc:sldMkLst>
          <pc:docMk/>
          <pc:sldMk cId="33962622" sldId="1236"/>
        </pc:sldMkLst>
        <pc:spChg chg="mod">
          <ac:chgData name="Mike Hoffman" userId="c89afae9-2ab1-4454-9d15-124c09a77240" providerId="ADAL" clId="{97D09E3B-D7EA-4313-B17C-DBC49DE374AC}" dt="2025-01-21T11:35:30.213" v="1248" actId="26606"/>
          <ac:spMkLst>
            <pc:docMk/>
            <pc:sldMk cId="33962622" sldId="1236"/>
            <ac:spMk id="2" creationId="{D7ABBECD-E282-9B06-3BFD-37E82F17CBFB}"/>
          </ac:spMkLst>
        </pc:spChg>
        <pc:spChg chg="add">
          <ac:chgData name="Mike Hoffman" userId="c89afae9-2ab1-4454-9d15-124c09a77240" providerId="ADAL" clId="{97D09E3B-D7EA-4313-B17C-DBC49DE374AC}" dt="2025-01-21T11:35:30.213" v="1248" actId="26606"/>
          <ac:spMkLst>
            <pc:docMk/>
            <pc:sldMk cId="33962622" sldId="1236"/>
            <ac:spMk id="13" creationId="{5298780A-33B9-4EA2-8F67-DE68AD62841B}"/>
          </ac:spMkLst>
        </pc:spChg>
        <pc:spChg chg="add">
          <ac:chgData name="Mike Hoffman" userId="c89afae9-2ab1-4454-9d15-124c09a77240" providerId="ADAL" clId="{97D09E3B-D7EA-4313-B17C-DBC49DE374AC}" dt="2025-01-21T11:35:30.213" v="1248" actId="26606"/>
          <ac:spMkLst>
            <pc:docMk/>
            <pc:sldMk cId="33962622" sldId="1236"/>
            <ac:spMk id="19" creationId="{081EA652-8C6A-4E69-BEB9-170809474553}"/>
          </ac:spMkLst>
        </pc:spChg>
        <pc:spChg chg="add">
          <ac:chgData name="Mike Hoffman" userId="c89afae9-2ab1-4454-9d15-124c09a77240" providerId="ADAL" clId="{97D09E3B-D7EA-4313-B17C-DBC49DE374AC}" dt="2025-01-21T11:35:30.213" v="1248" actId="26606"/>
          <ac:spMkLst>
            <pc:docMk/>
            <pc:sldMk cId="33962622" sldId="1236"/>
            <ac:spMk id="20" creationId="{79FCBE05-E963-41B2-97FD-8631A61EB2A9}"/>
          </ac:spMkLst>
        </pc:spChg>
        <pc:spChg chg="add">
          <ac:chgData name="Mike Hoffman" userId="c89afae9-2ab1-4454-9d15-124c09a77240" providerId="ADAL" clId="{97D09E3B-D7EA-4313-B17C-DBC49DE374AC}" dt="2025-01-21T11:35:30.213" v="1248" actId="26606"/>
          <ac:spMkLst>
            <pc:docMk/>
            <pc:sldMk cId="33962622" sldId="1236"/>
            <ac:spMk id="21" creationId="{4D233ACE-F3A1-4543-B9F4-425DDA579332}"/>
          </ac:spMkLst>
        </pc:spChg>
        <pc:graphicFrameChg chg="add">
          <ac:chgData name="Mike Hoffman" userId="c89afae9-2ab1-4454-9d15-124c09a77240" providerId="ADAL" clId="{97D09E3B-D7EA-4313-B17C-DBC49DE374AC}" dt="2025-01-21T11:35:30.213" v="1248" actId="26606"/>
          <ac:graphicFrameMkLst>
            <pc:docMk/>
            <pc:sldMk cId="33962622" sldId="1236"/>
            <ac:graphicFrameMk id="22" creationId="{B670EF1D-9A68-4916-FA92-1A7BB1679ABF}"/>
          </ac:graphicFrameMkLst>
        </pc:graphicFrameChg>
      </pc:sldChg>
    </pc:docChg>
  </pc:docChgLst>
  <pc:docChgLst>
    <pc:chgData name="Mike Hoffman" userId="c89afae9-2ab1-4454-9d15-124c09a77240" providerId="ADAL" clId="{5B944A2B-F2D1-4BBD-8C26-59817A8AC4ED}"/>
    <pc:docChg chg="custSel modSld">
      <pc:chgData name="Mike Hoffman" userId="c89afae9-2ab1-4454-9d15-124c09a77240" providerId="ADAL" clId="{5B944A2B-F2D1-4BBD-8C26-59817A8AC4ED}" dt="2025-02-24T10:07:28.886" v="16" actId="20577"/>
      <pc:docMkLst>
        <pc:docMk/>
      </pc:docMkLst>
      <pc:sldChg chg="modSp">
        <pc:chgData name="Mike Hoffman" userId="c89afae9-2ab1-4454-9d15-124c09a77240" providerId="ADAL" clId="{5B944A2B-F2D1-4BBD-8C26-59817A8AC4ED}" dt="2025-02-07T23:24:24.514" v="0" actId="20577"/>
        <pc:sldMkLst>
          <pc:docMk/>
          <pc:sldMk cId="1718742128" sldId="326"/>
        </pc:sldMkLst>
        <pc:graphicFrameChg chg="mod">
          <ac:chgData name="Mike Hoffman" userId="c89afae9-2ab1-4454-9d15-124c09a77240" providerId="ADAL" clId="{5B944A2B-F2D1-4BBD-8C26-59817A8AC4ED}" dt="2025-02-07T23:24:24.514" v="0" actId="20577"/>
          <ac:graphicFrameMkLst>
            <pc:docMk/>
            <pc:sldMk cId="1718742128" sldId="326"/>
            <ac:graphicFrameMk id="6" creationId="{6C4EE7AA-3AEF-DE81-72E5-90701BE09CD3}"/>
          </ac:graphicFrameMkLst>
        </pc:graphicFrameChg>
      </pc:sldChg>
      <pc:sldChg chg="modSp mod">
        <pc:chgData name="Mike Hoffman" userId="c89afae9-2ab1-4454-9d15-124c09a77240" providerId="ADAL" clId="{5B944A2B-F2D1-4BBD-8C26-59817A8AC4ED}" dt="2025-02-24T10:07:28.886" v="16" actId="20577"/>
        <pc:sldMkLst>
          <pc:docMk/>
          <pc:sldMk cId="767426839" sldId="1209"/>
        </pc:sldMkLst>
      </pc:sldChg>
    </pc:docChg>
  </pc:docChgLst>
  <pc:docChgLst>
    <pc:chgData name="Mike Hoffman" userId="c89afae9-2ab1-4454-9d15-124c09a77240" providerId="ADAL" clId="{094D7757-4E50-43F1-B22A-D07DA0C2AF99}"/>
    <pc:docChg chg="custSel delSld modSld sldOrd">
      <pc:chgData name="Mike Hoffman" userId="c89afae9-2ab1-4454-9d15-124c09a77240" providerId="ADAL" clId="{094D7757-4E50-43F1-B22A-D07DA0C2AF99}" dt="2025-03-07T03:02:53.402" v="275"/>
      <pc:docMkLst>
        <pc:docMk/>
      </pc:docMkLst>
      <pc:sldChg chg="ord">
        <pc:chgData name="Mike Hoffman" userId="c89afae9-2ab1-4454-9d15-124c09a77240" providerId="ADAL" clId="{094D7757-4E50-43F1-B22A-D07DA0C2AF99}" dt="2025-03-07T03:02:53.402" v="275"/>
        <pc:sldMkLst>
          <pc:docMk/>
          <pc:sldMk cId="2883388089" sldId="328"/>
        </pc:sldMkLst>
      </pc:sldChg>
      <pc:sldChg chg="del">
        <pc:chgData name="Mike Hoffman" userId="c89afae9-2ab1-4454-9d15-124c09a77240" providerId="ADAL" clId="{094D7757-4E50-43F1-B22A-D07DA0C2AF99}" dt="2025-03-07T03:00:03.543" v="0" actId="47"/>
        <pc:sldMkLst>
          <pc:docMk/>
          <pc:sldMk cId="767426839" sldId="1209"/>
        </pc:sldMkLst>
      </pc:sldChg>
      <pc:sldChg chg="modSp">
        <pc:chgData name="Mike Hoffman" userId="c89afae9-2ab1-4454-9d15-124c09a77240" providerId="ADAL" clId="{094D7757-4E50-43F1-B22A-D07DA0C2AF99}" dt="2025-03-07T03:02:42.950" v="273" actId="114"/>
        <pc:sldMkLst>
          <pc:docMk/>
          <pc:sldMk cId="593982928" sldId="1229"/>
        </pc:sldMkLst>
        <pc:graphicFrameChg chg="mod">
          <ac:chgData name="Mike Hoffman" userId="c89afae9-2ab1-4454-9d15-124c09a77240" providerId="ADAL" clId="{094D7757-4E50-43F1-B22A-D07DA0C2AF99}" dt="2025-03-07T03:02:42.950" v="273" actId="114"/>
          <ac:graphicFrameMkLst>
            <pc:docMk/>
            <pc:sldMk cId="593982928" sldId="1229"/>
            <ac:graphicFrameMk id="19" creationId="{B53581A7-F74B-448C-E343-C09C34EA320D}"/>
          </ac:graphicFrameMkLst>
        </pc:graphicFrameChg>
      </pc:sldChg>
      <pc:sldChg chg="modSp mod ord">
        <pc:chgData name="Mike Hoffman" userId="c89afae9-2ab1-4454-9d15-124c09a77240" providerId="ADAL" clId="{094D7757-4E50-43F1-B22A-D07DA0C2AF99}" dt="2025-03-07T03:00:20.930" v="5" actId="5793"/>
        <pc:sldMkLst>
          <pc:docMk/>
          <pc:sldMk cId="3319235558" sldId="1234"/>
        </pc:sldMkLst>
        <pc:spChg chg="mod">
          <ac:chgData name="Mike Hoffman" userId="c89afae9-2ab1-4454-9d15-124c09a77240" providerId="ADAL" clId="{094D7757-4E50-43F1-B22A-D07DA0C2AF99}" dt="2025-03-07T03:00:20.930" v="5" actId="5793"/>
          <ac:spMkLst>
            <pc:docMk/>
            <pc:sldMk cId="3319235558" sldId="1234"/>
            <ac:spMk id="4" creationId="{F2FAC819-A48F-DC3F-86DF-EED8F78385AB}"/>
          </ac:spMkLst>
        </pc:spChg>
      </pc:sldChg>
      <pc:sldChg chg="modSp mod">
        <pc:chgData name="Mike Hoffman" userId="c89afae9-2ab1-4454-9d15-124c09a77240" providerId="ADAL" clId="{094D7757-4E50-43F1-B22A-D07DA0C2AF99}" dt="2025-03-07T03:01:19.770" v="259" actId="313"/>
        <pc:sldMkLst>
          <pc:docMk/>
          <pc:sldMk cId="3104480753" sldId="1235"/>
        </pc:sldMkLst>
        <pc:spChg chg="mod">
          <ac:chgData name="Mike Hoffman" userId="c89afae9-2ab1-4454-9d15-124c09a77240" providerId="ADAL" clId="{094D7757-4E50-43F1-B22A-D07DA0C2AF99}" dt="2025-03-07T03:01:19.770" v="259" actId="313"/>
          <ac:spMkLst>
            <pc:docMk/>
            <pc:sldMk cId="3104480753" sldId="1235"/>
            <ac:spMk id="4" creationId="{4EABE347-15E6-30D7-994C-FAAAFC082B36}"/>
          </ac:spMkLst>
        </pc:spChg>
      </pc:sldChg>
      <pc:sldChg chg="modSp mod">
        <pc:chgData name="Mike Hoffman" userId="c89afae9-2ab1-4454-9d15-124c09a77240" providerId="ADAL" clId="{094D7757-4E50-43F1-B22A-D07DA0C2AF99}" dt="2025-03-07T03:02:23.223" v="270" actId="115"/>
        <pc:sldMkLst>
          <pc:docMk/>
          <pc:sldMk cId="33962622" sldId="1236"/>
        </pc:sldMkLst>
        <pc:graphicFrameChg chg="mod">
          <ac:chgData name="Mike Hoffman" userId="c89afae9-2ab1-4454-9d15-124c09a77240" providerId="ADAL" clId="{094D7757-4E50-43F1-B22A-D07DA0C2AF99}" dt="2025-03-07T03:02:23.223" v="270" actId="115"/>
          <ac:graphicFrameMkLst>
            <pc:docMk/>
            <pc:sldMk cId="33962622" sldId="1236"/>
            <ac:graphicFrameMk id="22" creationId="{B670EF1D-9A68-4916-FA92-1A7BB1679AB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5FA8E0-6BBD-43C9-97F4-76CB52E153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6AFEA2-477D-49BB-BE84-76B85225FB67}">
      <dgm:prSet/>
      <dgm:spPr/>
      <dgm:t>
        <a:bodyPr/>
        <a:lstStyle/>
        <a:p>
          <a:r>
            <a:rPr lang="en-GB" b="1" dirty="0"/>
            <a:t>How are you feeling after the morning session?</a:t>
          </a:r>
          <a:endParaRPr lang="en-US" dirty="0"/>
        </a:p>
      </dgm:t>
    </dgm:pt>
    <dgm:pt modelId="{93AB4AAE-2157-4C85-9CD3-D6B8C5298698}" type="parTrans" cxnId="{B6135757-5DFF-47E0-8F07-DD00ADC61945}">
      <dgm:prSet/>
      <dgm:spPr/>
      <dgm:t>
        <a:bodyPr/>
        <a:lstStyle/>
        <a:p>
          <a:endParaRPr lang="en-US"/>
        </a:p>
      </dgm:t>
    </dgm:pt>
    <dgm:pt modelId="{3E4BF2DE-1AD2-4DF9-B915-A2BDF0A696A3}" type="sibTrans" cxnId="{B6135757-5DFF-47E0-8F07-DD00ADC61945}">
      <dgm:prSet/>
      <dgm:spPr/>
      <dgm:t>
        <a:bodyPr/>
        <a:lstStyle/>
        <a:p>
          <a:endParaRPr lang="en-US"/>
        </a:p>
      </dgm:t>
    </dgm:pt>
    <dgm:pt modelId="{90D1801F-6F89-4CE2-82D8-26F745E8CA86}">
      <dgm:prSet/>
      <dgm:spPr/>
      <dgm:t>
        <a:bodyPr/>
        <a:lstStyle/>
        <a:p>
          <a:r>
            <a:rPr lang="en-GB" b="1"/>
            <a:t>What went well?</a:t>
          </a:r>
          <a:endParaRPr lang="en-US"/>
        </a:p>
      </dgm:t>
    </dgm:pt>
    <dgm:pt modelId="{5B52FC68-3BED-4D82-A978-7D112F0BE2BD}" type="parTrans" cxnId="{52A18DF7-1C1D-46E5-99A0-AAA14B918D9A}">
      <dgm:prSet/>
      <dgm:spPr/>
      <dgm:t>
        <a:bodyPr/>
        <a:lstStyle/>
        <a:p>
          <a:endParaRPr lang="en-US"/>
        </a:p>
      </dgm:t>
    </dgm:pt>
    <dgm:pt modelId="{2998D4C5-F6AA-4677-A1DB-B5A2990F99C5}" type="sibTrans" cxnId="{52A18DF7-1C1D-46E5-99A0-AAA14B918D9A}">
      <dgm:prSet/>
      <dgm:spPr/>
      <dgm:t>
        <a:bodyPr/>
        <a:lstStyle/>
        <a:p>
          <a:endParaRPr lang="en-US"/>
        </a:p>
      </dgm:t>
    </dgm:pt>
    <dgm:pt modelId="{430FE8F3-A322-4C6D-A175-CF08F4EF12F9}">
      <dgm:prSet/>
      <dgm:spPr/>
      <dgm:t>
        <a:bodyPr/>
        <a:lstStyle/>
        <a:p>
          <a:r>
            <a:rPr lang="en-GB" b="1"/>
            <a:t>What didn’t go so well?</a:t>
          </a:r>
          <a:endParaRPr lang="en-US"/>
        </a:p>
      </dgm:t>
    </dgm:pt>
    <dgm:pt modelId="{48089CB8-0ED3-4C5F-80F9-CA04043707EC}" type="parTrans" cxnId="{62EC3D5C-B96A-4AD3-AFDE-04021F6F4CD9}">
      <dgm:prSet/>
      <dgm:spPr/>
      <dgm:t>
        <a:bodyPr/>
        <a:lstStyle/>
        <a:p>
          <a:endParaRPr lang="en-US"/>
        </a:p>
      </dgm:t>
    </dgm:pt>
    <dgm:pt modelId="{8A5F4C86-710C-4D7C-BDEA-095A9E924D28}" type="sibTrans" cxnId="{62EC3D5C-B96A-4AD3-AFDE-04021F6F4CD9}">
      <dgm:prSet/>
      <dgm:spPr/>
      <dgm:t>
        <a:bodyPr/>
        <a:lstStyle/>
        <a:p>
          <a:endParaRPr lang="en-US"/>
        </a:p>
      </dgm:t>
    </dgm:pt>
    <dgm:pt modelId="{A0F3B576-2A49-4582-8AF2-A6B79BD33849}">
      <dgm:prSet/>
      <dgm:spPr/>
      <dgm:t>
        <a:bodyPr/>
        <a:lstStyle/>
        <a:p>
          <a:r>
            <a:rPr lang="en-GB" b="1"/>
            <a:t>What do you want to focus on this afternoon?</a:t>
          </a:r>
          <a:endParaRPr lang="en-US"/>
        </a:p>
      </dgm:t>
    </dgm:pt>
    <dgm:pt modelId="{1CBC290A-82F7-4453-BD48-5A2DD98D7851}" type="parTrans" cxnId="{204A84D9-E4B0-40B4-8E43-D417C9CF6297}">
      <dgm:prSet/>
      <dgm:spPr/>
      <dgm:t>
        <a:bodyPr/>
        <a:lstStyle/>
        <a:p>
          <a:endParaRPr lang="en-US"/>
        </a:p>
      </dgm:t>
    </dgm:pt>
    <dgm:pt modelId="{277AA8B7-4CB3-435E-AB9C-198F4E51C4D0}" type="sibTrans" cxnId="{204A84D9-E4B0-40B4-8E43-D417C9CF6297}">
      <dgm:prSet/>
      <dgm:spPr/>
      <dgm:t>
        <a:bodyPr/>
        <a:lstStyle/>
        <a:p>
          <a:endParaRPr lang="en-US"/>
        </a:p>
      </dgm:t>
    </dgm:pt>
    <dgm:pt modelId="{9CD29151-FE58-4CD4-A0A8-4E9A3EFF6944}" type="pres">
      <dgm:prSet presAssocID="{485FA8E0-6BBD-43C9-97F4-76CB52E15393}" presName="root" presStyleCnt="0">
        <dgm:presLayoutVars>
          <dgm:dir/>
          <dgm:resizeHandles val="exact"/>
        </dgm:presLayoutVars>
      </dgm:prSet>
      <dgm:spPr/>
    </dgm:pt>
    <dgm:pt modelId="{F1D2F015-8EFA-473D-8ED5-CD9D4E79BCAB}" type="pres">
      <dgm:prSet presAssocID="{6A6AFEA2-477D-49BB-BE84-76B85225FB67}" presName="compNode" presStyleCnt="0"/>
      <dgm:spPr/>
    </dgm:pt>
    <dgm:pt modelId="{FBD85ABE-08F1-4827-BAE4-3522F1F0CD97}" type="pres">
      <dgm:prSet presAssocID="{6A6AFEA2-477D-49BB-BE84-76B85225FB67}" presName="bgRect" presStyleLbl="bgShp" presStyleIdx="0" presStyleCnt="4"/>
      <dgm:spPr/>
    </dgm:pt>
    <dgm:pt modelId="{A719615E-129E-4621-B644-3BAD5405A237}" type="pres">
      <dgm:prSet presAssocID="{6A6AFEA2-477D-49BB-BE84-76B85225FB67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6D49FD3-7D83-4AB8-9C24-538513FD4C4F}" type="pres">
      <dgm:prSet presAssocID="{6A6AFEA2-477D-49BB-BE84-76B85225FB67}" presName="spaceRect" presStyleCnt="0"/>
      <dgm:spPr/>
    </dgm:pt>
    <dgm:pt modelId="{0F40797A-4320-4E86-8331-774A8C77F9B3}" type="pres">
      <dgm:prSet presAssocID="{6A6AFEA2-477D-49BB-BE84-76B85225FB67}" presName="parTx" presStyleLbl="revTx" presStyleIdx="0" presStyleCnt="4">
        <dgm:presLayoutVars>
          <dgm:chMax val="0"/>
          <dgm:chPref val="0"/>
        </dgm:presLayoutVars>
      </dgm:prSet>
      <dgm:spPr/>
    </dgm:pt>
    <dgm:pt modelId="{0BD55616-B20D-4626-850E-1763573DB893}" type="pres">
      <dgm:prSet presAssocID="{3E4BF2DE-1AD2-4DF9-B915-A2BDF0A696A3}" presName="sibTrans" presStyleCnt="0"/>
      <dgm:spPr/>
    </dgm:pt>
    <dgm:pt modelId="{B2653DBB-67BD-424F-9C1B-B86DAD46D9A6}" type="pres">
      <dgm:prSet presAssocID="{90D1801F-6F89-4CE2-82D8-26F745E8CA86}" presName="compNode" presStyleCnt="0"/>
      <dgm:spPr/>
    </dgm:pt>
    <dgm:pt modelId="{F5535AD4-8618-4591-8399-731537608CCB}" type="pres">
      <dgm:prSet presAssocID="{90D1801F-6F89-4CE2-82D8-26F745E8CA86}" presName="bgRect" presStyleLbl="bgShp" presStyleIdx="1" presStyleCnt="4"/>
      <dgm:spPr/>
    </dgm:pt>
    <dgm:pt modelId="{955EA629-6478-4C81-9425-DA02F8B59F27}" type="pres">
      <dgm:prSet presAssocID="{90D1801F-6F89-4CE2-82D8-26F745E8CA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6B3DBFB-9AED-432C-BABF-763A8EB1FDA1}" type="pres">
      <dgm:prSet presAssocID="{90D1801F-6F89-4CE2-82D8-26F745E8CA86}" presName="spaceRect" presStyleCnt="0"/>
      <dgm:spPr/>
    </dgm:pt>
    <dgm:pt modelId="{54DC261D-4A04-4FA0-B4F4-60C53973F952}" type="pres">
      <dgm:prSet presAssocID="{90D1801F-6F89-4CE2-82D8-26F745E8CA86}" presName="parTx" presStyleLbl="revTx" presStyleIdx="1" presStyleCnt="4">
        <dgm:presLayoutVars>
          <dgm:chMax val="0"/>
          <dgm:chPref val="0"/>
        </dgm:presLayoutVars>
      </dgm:prSet>
      <dgm:spPr/>
    </dgm:pt>
    <dgm:pt modelId="{754894EF-8E30-4DE0-AD81-7DA7809DBA09}" type="pres">
      <dgm:prSet presAssocID="{2998D4C5-F6AA-4677-A1DB-B5A2990F99C5}" presName="sibTrans" presStyleCnt="0"/>
      <dgm:spPr/>
    </dgm:pt>
    <dgm:pt modelId="{3A165022-8A32-40F4-8433-3098A769FA09}" type="pres">
      <dgm:prSet presAssocID="{430FE8F3-A322-4C6D-A175-CF08F4EF12F9}" presName="compNode" presStyleCnt="0"/>
      <dgm:spPr/>
    </dgm:pt>
    <dgm:pt modelId="{3D7B7766-C516-442F-B5F1-9D65D716ABB5}" type="pres">
      <dgm:prSet presAssocID="{430FE8F3-A322-4C6D-A175-CF08F4EF12F9}" presName="bgRect" presStyleLbl="bgShp" presStyleIdx="2" presStyleCnt="4"/>
      <dgm:spPr/>
    </dgm:pt>
    <dgm:pt modelId="{4422E715-84B5-45BD-9755-8CD8D55D7AFD}" type="pres">
      <dgm:prSet presAssocID="{430FE8F3-A322-4C6D-A175-CF08F4EF12F9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219A4C02-2E24-4DF9-9D58-5B5B7B138C14}" type="pres">
      <dgm:prSet presAssocID="{430FE8F3-A322-4C6D-A175-CF08F4EF12F9}" presName="spaceRect" presStyleCnt="0"/>
      <dgm:spPr/>
    </dgm:pt>
    <dgm:pt modelId="{FE14984C-38F3-4C0A-A063-A442B7C0E94C}" type="pres">
      <dgm:prSet presAssocID="{430FE8F3-A322-4C6D-A175-CF08F4EF12F9}" presName="parTx" presStyleLbl="revTx" presStyleIdx="2" presStyleCnt="4">
        <dgm:presLayoutVars>
          <dgm:chMax val="0"/>
          <dgm:chPref val="0"/>
        </dgm:presLayoutVars>
      </dgm:prSet>
      <dgm:spPr/>
    </dgm:pt>
    <dgm:pt modelId="{C351DBF3-93F6-4ADD-9D60-3ED2F8B86057}" type="pres">
      <dgm:prSet presAssocID="{8A5F4C86-710C-4D7C-BDEA-095A9E924D28}" presName="sibTrans" presStyleCnt="0"/>
      <dgm:spPr/>
    </dgm:pt>
    <dgm:pt modelId="{27C6860F-A4D1-477E-92B0-0356329A4B80}" type="pres">
      <dgm:prSet presAssocID="{A0F3B576-2A49-4582-8AF2-A6B79BD33849}" presName="compNode" presStyleCnt="0"/>
      <dgm:spPr/>
    </dgm:pt>
    <dgm:pt modelId="{CF0CE1AD-39FD-4E5E-BF30-D7D864C36153}" type="pres">
      <dgm:prSet presAssocID="{A0F3B576-2A49-4582-8AF2-A6B79BD33849}" presName="bgRect" presStyleLbl="bgShp" presStyleIdx="3" presStyleCnt="4"/>
      <dgm:spPr/>
    </dgm:pt>
    <dgm:pt modelId="{BC3453FA-2580-4FD0-9113-A134434DCD01}" type="pres">
      <dgm:prSet presAssocID="{A0F3B576-2A49-4582-8AF2-A6B79BD338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D7A793F-6515-4229-A68E-B8A79418F9C1}" type="pres">
      <dgm:prSet presAssocID="{A0F3B576-2A49-4582-8AF2-A6B79BD33849}" presName="spaceRect" presStyleCnt="0"/>
      <dgm:spPr/>
    </dgm:pt>
    <dgm:pt modelId="{7E602AC8-22FD-4DF0-92CF-9FABB7C59765}" type="pres">
      <dgm:prSet presAssocID="{A0F3B576-2A49-4582-8AF2-A6B79BD338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2EC3D5C-B96A-4AD3-AFDE-04021F6F4CD9}" srcId="{485FA8E0-6BBD-43C9-97F4-76CB52E15393}" destId="{430FE8F3-A322-4C6D-A175-CF08F4EF12F9}" srcOrd="2" destOrd="0" parTransId="{48089CB8-0ED3-4C5F-80F9-CA04043707EC}" sibTransId="{8A5F4C86-710C-4D7C-BDEA-095A9E924D28}"/>
    <dgm:cxn modelId="{491F7B69-506E-42CF-A57C-CD709C184E36}" type="presOf" srcId="{A0F3B576-2A49-4582-8AF2-A6B79BD33849}" destId="{7E602AC8-22FD-4DF0-92CF-9FABB7C59765}" srcOrd="0" destOrd="0" presId="urn:microsoft.com/office/officeart/2018/2/layout/IconVerticalSolidList"/>
    <dgm:cxn modelId="{86A4B54F-80CE-48D5-9294-8552D2EBD0D4}" type="presOf" srcId="{6A6AFEA2-477D-49BB-BE84-76B85225FB67}" destId="{0F40797A-4320-4E86-8331-774A8C77F9B3}" srcOrd="0" destOrd="0" presId="urn:microsoft.com/office/officeart/2018/2/layout/IconVerticalSolidList"/>
    <dgm:cxn modelId="{B6135757-5DFF-47E0-8F07-DD00ADC61945}" srcId="{485FA8E0-6BBD-43C9-97F4-76CB52E15393}" destId="{6A6AFEA2-477D-49BB-BE84-76B85225FB67}" srcOrd="0" destOrd="0" parTransId="{93AB4AAE-2157-4C85-9CD3-D6B8C5298698}" sibTransId="{3E4BF2DE-1AD2-4DF9-B915-A2BDF0A696A3}"/>
    <dgm:cxn modelId="{92C81D84-01F3-48BB-8AC4-2ACDD2D34E6F}" type="presOf" srcId="{485FA8E0-6BBD-43C9-97F4-76CB52E15393}" destId="{9CD29151-FE58-4CD4-A0A8-4E9A3EFF6944}" srcOrd="0" destOrd="0" presId="urn:microsoft.com/office/officeart/2018/2/layout/IconVerticalSolidList"/>
    <dgm:cxn modelId="{9B0EDA9D-DD8A-48AC-8338-92D207D2B41C}" type="presOf" srcId="{90D1801F-6F89-4CE2-82D8-26F745E8CA86}" destId="{54DC261D-4A04-4FA0-B4F4-60C53973F952}" srcOrd="0" destOrd="0" presId="urn:microsoft.com/office/officeart/2018/2/layout/IconVerticalSolidList"/>
    <dgm:cxn modelId="{07375CA7-1DE0-4966-BF83-59B2992736BD}" type="presOf" srcId="{430FE8F3-A322-4C6D-A175-CF08F4EF12F9}" destId="{FE14984C-38F3-4C0A-A063-A442B7C0E94C}" srcOrd="0" destOrd="0" presId="urn:microsoft.com/office/officeart/2018/2/layout/IconVerticalSolidList"/>
    <dgm:cxn modelId="{204A84D9-E4B0-40B4-8E43-D417C9CF6297}" srcId="{485FA8E0-6BBD-43C9-97F4-76CB52E15393}" destId="{A0F3B576-2A49-4582-8AF2-A6B79BD33849}" srcOrd="3" destOrd="0" parTransId="{1CBC290A-82F7-4453-BD48-5A2DD98D7851}" sibTransId="{277AA8B7-4CB3-435E-AB9C-198F4E51C4D0}"/>
    <dgm:cxn modelId="{52A18DF7-1C1D-46E5-99A0-AAA14B918D9A}" srcId="{485FA8E0-6BBD-43C9-97F4-76CB52E15393}" destId="{90D1801F-6F89-4CE2-82D8-26F745E8CA86}" srcOrd="1" destOrd="0" parTransId="{5B52FC68-3BED-4D82-A978-7D112F0BE2BD}" sibTransId="{2998D4C5-F6AA-4677-A1DB-B5A2990F99C5}"/>
    <dgm:cxn modelId="{4C532049-8BBC-4682-B968-361E13B3EE24}" type="presParOf" srcId="{9CD29151-FE58-4CD4-A0A8-4E9A3EFF6944}" destId="{F1D2F015-8EFA-473D-8ED5-CD9D4E79BCAB}" srcOrd="0" destOrd="0" presId="urn:microsoft.com/office/officeart/2018/2/layout/IconVerticalSolidList"/>
    <dgm:cxn modelId="{9C5C256B-5211-4077-903B-DD6C2D8FD994}" type="presParOf" srcId="{F1D2F015-8EFA-473D-8ED5-CD9D4E79BCAB}" destId="{FBD85ABE-08F1-4827-BAE4-3522F1F0CD97}" srcOrd="0" destOrd="0" presId="urn:microsoft.com/office/officeart/2018/2/layout/IconVerticalSolidList"/>
    <dgm:cxn modelId="{7E7B0977-2FDE-4FF2-80CC-84556D2BF956}" type="presParOf" srcId="{F1D2F015-8EFA-473D-8ED5-CD9D4E79BCAB}" destId="{A719615E-129E-4621-B644-3BAD5405A237}" srcOrd="1" destOrd="0" presId="urn:microsoft.com/office/officeart/2018/2/layout/IconVerticalSolidList"/>
    <dgm:cxn modelId="{6D407186-792E-47B0-A074-75BD2B57B9D5}" type="presParOf" srcId="{F1D2F015-8EFA-473D-8ED5-CD9D4E79BCAB}" destId="{E6D49FD3-7D83-4AB8-9C24-538513FD4C4F}" srcOrd="2" destOrd="0" presId="urn:microsoft.com/office/officeart/2018/2/layout/IconVerticalSolidList"/>
    <dgm:cxn modelId="{1A072ABE-FCCD-469C-8D23-E8DDD31DFB40}" type="presParOf" srcId="{F1D2F015-8EFA-473D-8ED5-CD9D4E79BCAB}" destId="{0F40797A-4320-4E86-8331-774A8C77F9B3}" srcOrd="3" destOrd="0" presId="urn:microsoft.com/office/officeart/2018/2/layout/IconVerticalSolidList"/>
    <dgm:cxn modelId="{7FB69FC5-E589-46DF-AE73-67F52D9388A9}" type="presParOf" srcId="{9CD29151-FE58-4CD4-A0A8-4E9A3EFF6944}" destId="{0BD55616-B20D-4626-850E-1763573DB893}" srcOrd="1" destOrd="0" presId="urn:microsoft.com/office/officeart/2018/2/layout/IconVerticalSolidList"/>
    <dgm:cxn modelId="{C778E6C9-6BFD-4012-9FB9-B6C955909DFA}" type="presParOf" srcId="{9CD29151-FE58-4CD4-A0A8-4E9A3EFF6944}" destId="{B2653DBB-67BD-424F-9C1B-B86DAD46D9A6}" srcOrd="2" destOrd="0" presId="urn:microsoft.com/office/officeart/2018/2/layout/IconVerticalSolidList"/>
    <dgm:cxn modelId="{FC168085-7128-430D-9257-33AA5460B3F6}" type="presParOf" srcId="{B2653DBB-67BD-424F-9C1B-B86DAD46D9A6}" destId="{F5535AD4-8618-4591-8399-731537608CCB}" srcOrd="0" destOrd="0" presId="urn:microsoft.com/office/officeart/2018/2/layout/IconVerticalSolidList"/>
    <dgm:cxn modelId="{3A7A33B1-017D-4662-BCF2-97D453C61A8F}" type="presParOf" srcId="{B2653DBB-67BD-424F-9C1B-B86DAD46D9A6}" destId="{955EA629-6478-4C81-9425-DA02F8B59F27}" srcOrd="1" destOrd="0" presId="urn:microsoft.com/office/officeart/2018/2/layout/IconVerticalSolidList"/>
    <dgm:cxn modelId="{0F075C31-621F-4CE3-A327-540830FD5575}" type="presParOf" srcId="{B2653DBB-67BD-424F-9C1B-B86DAD46D9A6}" destId="{26B3DBFB-9AED-432C-BABF-763A8EB1FDA1}" srcOrd="2" destOrd="0" presId="urn:microsoft.com/office/officeart/2018/2/layout/IconVerticalSolidList"/>
    <dgm:cxn modelId="{8A2EEAF9-FC40-405D-8A43-CC1864ABB422}" type="presParOf" srcId="{B2653DBB-67BD-424F-9C1B-B86DAD46D9A6}" destId="{54DC261D-4A04-4FA0-B4F4-60C53973F952}" srcOrd="3" destOrd="0" presId="urn:microsoft.com/office/officeart/2018/2/layout/IconVerticalSolidList"/>
    <dgm:cxn modelId="{1090B926-9614-46A8-A4A8-915934667ACE}" type="presParOf" srcId="{9CD29151-FE58-4CD4-A0A8-4E9A3EFF6944}" destId="{754894EF-8E30-4DE0-AD81-7DA7809DBA09}" srcOrd="3" destOrd="0" presId="urn:microsoft.com/office/officeart/2018/2/layout/IconVerticalSolidList"/>
    <dgm:cxn modelId="{57F95924-45FF-46DD-9322-F663D8799313}" type="presParOf" srcId="{9CD29151-FE58-4CD4-A0A8-4E9A3EFF6944}" destId="{3A165022-8A32-40F4-8433-3098A769FA09}" srcOrd="4" destOrd="0" presId="urn:microsoft.com/office/officeart/2018/2/layout/IconVerticalSolidList"/>
    <dgm:cxn modelId="{BB14DC94-D12D-4DC9-84C9-160DBC518FD2}" type="presParOf" srcId="{3A165022-8A32-40F4-8433-3098A769FA09}" destId="{3D7B7766-C516-442F-B5F1-9D65D716ABB5}" srcOrd="0" destOrd="0" presId="urn:microsoft.com/office/officeart/2018/2/layout/IconVerticalSolidList"/>
    <dgm:cxn modelId="{259A5BF1-3901-4BE4-A3F9-AA222FC5271D}" type="presParOf" srcId="{3A165022-8A32-40F4-8433-3098A769FA09}" destId="{4422E715-84B5-45BD-9755-8CD8D55D7AFD}" srcOrd="1" destOrd="0" presId="urn:microsoft.com/office/officeart/2018/2/layout/IconVerticalSolidList"/>
    <dgm:cxn modelId="{495DA839-D6F2-4329-B094-F8311102FBBA}" type="presParOf" srcId="{3A165022-8A32-40F4-8433-3098A769FA09}" destId="{219A4C02-2E24-4DF9-9D58-5B5B7B138C14}" srcOrd="2" destOrd="0" presId="urn:microsoft.com/office/officeart/2018/2/layout/IconVerticalSolidList"/>
    <dgm:cxn modelId="{BCB2DAA7-C02D-4813-9B26-FF43968DD0CA}" type="presParOf" srcId="{3A165022-8A32-40F4-8433-3098A769FA09}" destId="{FE14984C-38F3-4C0A-A063-A442B7C0E94C}" srcOrd="3" destOrd="0" presId="urn:microsoft.com/office/officeart/2018/2/layout/IconVerticalSolidList"/>
    <dgm:cxn modelId="{BB96734B-BCD8-47A2-BED2-FC8593AB6694}" type="presParOf" srcId="{9CD29151-FE58-4CD4-A0A8-4E9A3EFF6944}" destId="{C351DBF3-93F6-4ADD-9D60-3ED2F8B86057}" srcOrd="5" destOrd="0" presId="urn:microsoft.com/office/officeart/2018/2/layout/IconVerticalSolidList"/>
    <dgm:cxn modelId="{17029001-9A4D-4F35-8D8F-CC13F08B4934}" type="presParOf" srcId="{9CD29151-FE58-4CD4-A0A8-4E9A3EFF6944}" destId="{27C6860F-A4D1-477E-92B0-0356329A4B80}" srcOrd="6" destOrd="0" presId="urn:microsoft.com/office/officeart/2018/2/layout/IconVerticalSolidList"/>
    <dgm:cxn modelId="{D81D60EF-1B9A-4005-A9B9-747ADA2C1685}" type="presParOf" srcId="{27C6860F-A4D1-477E-92B0-0356329A4B80}" destId="{CF0CE1AD-39FD-4E5E-BF30-D7D864C36153}" srcOrd="0" destOrd="0" presId="urn:microsoft.com/office/officeart/2018/2/layout/IconVerticalSolidList"/>
    <dgm:cxn modelId="{526BFFF9-C56C-4384-839B-6C7A39940183}" type="presParOf" srcId="{27C6860F-A4D1-477E-92B0-0356329A4B80}" destId="{BC3453FA-2580-4FD0-9113-A134434DCD01}" srcOrd="1" destOrd="0" presId="urn:microsoft.com/office/officeart/2018/2/layout/IconVerticalSolidList"/>
    <dgm:cxn modelId="{AA96DBF4-A621-4692-B3FE-9F1ED2C9BF8C}" type="presParOf" srcId="{27C6860F-A4D1-477E-92B0-0356329A4B80}" destId="{2D7A793F-6515-4229-A68E-B8A79418F9C1}" srcOrd="2" destOrd="0" presId="urn:microsoft.com/office/officeart/2018/2/layout/IconVerticalSolidList"/>
    <dgm:cxn modelId="{EC1D3C8D-4409-40E1-B69A-EF766C8D96DD}" type="presParOf" srcId="{27C6860F-A4D1-477E-92B0-0356329A4B80}" destId="{7E602AC8-22FD-4DF0-92CF-9FABB7C597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E1C21-8CE3-4AFF-952B-13015F1FFDB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249E61-31FD-45ED-8CB0-E5403791E7C6}">
      <dgm:prSet/>
      <dgm:spPr/>
      <dgm:t>
        <a:bodyPr/>
        <a:lstStyle/>
        <a:p>
          <a:r>
            <a:rPr lang="en-GB" b="1" dirty="0"/>
            <a:t>Remember the big pic:</a:t>
          </a:r>
          <a:endParaRPr lang="en-US" b="1" dirty="0"/>
        </a:p>
      </dgm:t>
    </dgm:pt>
    <dgm:pt modelId="{10D2D046-74DC-491B-B08F-406BDF24F9E7}" type="parTrans" cxnId="{9F6264D7-341C-42E3-982F-5E882B33BCD5}">
      <dgm:prSet/>
      <dgm:spPr/>
      <dgm:t>
        <a:bodyPr/>
        <a:lstStyle/>
        <a:p>
          <a:endParaRPr lang="en-US"/>
        </a:p>
      </dgm:t>
    </dgm:pt>
    <dgm:pt modelId="{2D448D67-1F88-4606-B8EB-3124FEC11254}" type="sibTrans" cxnId="{9F6264D7-341C-42E3-982F-5E882B33BCD5}">
      <dgm:prSet/>
      <dgm:spPr/>
      <dgm:t>
        <a:bodyPr/>
        <a:lstStyle/>
        <a:p>
          <a:endParaRPr lang="en-US"/>
        </a:p>
      </dgm:t>
    </dgm:pt>
    <dgm:pt modelId="{9641B0F5-5AAA-44ED-8750-9CE56CE02FF1}">
      <dgm:prSet custT="1"/>
      <dgm:spPr/>
      <dgm:t>
        <a:bodyPr/>
        <a:lstStyle/>
        <a:p>
          <a:r>
            <a:rPr lang="en-GB" sz="2000" b="1"/>
            <a:t>Explain</a:t>
          </a:r>
          <a:r>
            <a:rPr lang="en-GB" sz="2000"/>
            <a:t> the importance of orchestration in data engineering.</a:t>
          </a:r>
          <a:endParaRPr lang="en-US" sz="2000"/>
        </a:p>
      </dgm:t>
    </dgm:pt>
    <dgm:pt modelId="{9B26A789-D6CF-448F-8C9D-2C847469C7F1}" type="parTrans" cxnId="{ED1C8E49-208E-4EDE-9C42-33444A91FD14}">
      <dgm:prSet/>
      <dgm:spPr/>
      <dgm:t>
        <a:bodyPr/>
        <a:lstStyle/>
        <a:p>
          <a:endParaRPr lang="en-US"/>
        </a:p>
      </dgm:t>
    </dgm:pt>
    <dgm:pt modelId="{91E89CC7-E68F-49E9-95BA-F2EDDEB779CB}" type="sibTrans" cxnId="{ED1C8E49-208E-4EDE-9C42-33444A91FD14}">
      <dgm:prSet/>
      <dgm:spPr/>
      <dgm:t>
        <a:bodyPr/>
        <a:lstStyle/>
        <a:p>
          <a:endParaRPr lang="en-US"/>
        </a:p>
      </dgm:t>
    </dgm:pt>
    <dgm:pt modelId="{2CC8088B-9891-4DBF-BF3F-5C07CDA2793F}">
      <dgm:prSet custT="1"/>
      <dgm:spPr/>
      <dgm:t>
        <a:bodyPr/>
        <a:lstStyle/>
        <a:p>
          <a:r>
            <a:rPr lang="en-GB" sz="2000" b="1"/>
            <a:t>Appraise</a:t>
          </a:r>
          <a:r>
            <a:rPr lang="en-GB" sz="2000"/>
            <a:t> the role of MLOps in orchestrating modern data workflows.</a:t>
          </a:r>
          <a:endParaRPr lang="en-US" sz="2000"/>
        </a:p>
      </dgm:t>
    </dgm:pt>
    <dgm:pt modelId="{CFF43B68-42CB-4984-AC78-514C96EE6D72}" type="parTrans" cxnId="{A6946757-DDA8-421C-B7DA-35DA7CABD449}">
      <dgm:prSet/>
      <dgm:spPr/>
      <dgm:t>
        <a:bodyPr/>
        <a:lstStyle/>
        <a:p>
          <a:endParaRPr lang="en-US"/>
        </a:p>
      </dgm:t>
    </dgm:pt>
    <dgm:pt modelId="{5FDB7CB4-0DAE-4AD4-9D43-8DA4E4B6B204}" type="sibTrans" cxnId="{A6946757-DDA8-421C-B7DA-35DA7CABD449}">
      <dgm:prSet/>
      <dgm:spPr/>
      <dgm:t>
        <a:bodyPr/>
        <a:lstStyle/>
        <a:p>
          <a:endParaRPr lang="en-US"/>
        </a:p>
      </dgm:t>
    </dgm:pt>
    <dgm:pt modelId="{3EEC764E-7CE3-4664-9EAB-9B6BF43BC5A8}">
      <dgm:prSet custT="1"/>
      <dgm:spPr/>
      <dgm:t>
        <a:bodyPr/>
        <a:lstStyle/>
        <a:p>
          <a:r>
            <a:rPr lang="en-GB" sz="2000" b="1" dirty="0"/>
            <a:t>Implement</a:t>
          </a:r>
          <a:r>
            <a:rPr lang="en-GB" sz="2000" dirty="0"/>
            <a:t> infrastructure as code using AWS CloudFormation.</a:t>
          </a:r>
          <a:endParaRPr lang="en-US" sz="2000" dirty="0"/>
        </a:p>
      </dgm:t>
    </dgm:pt>
    <dgm:pt modelId="{013931FA-BE81-4ED5-804F-75262F9393AA}" type="parTrans" cxnId="{E53EA8AA-3113-43B2-9910-EF59EF83CED8}">
      <dgm:prSet/>
      <dgm:spPr/>
      <dgm:t>
        <a:bodyPr/>
        <a:lstStyle/>
        <a:p>
          <a:endParaRPr lang="en-US"/>
        </a:p>
      </dgm:t>
    </dgm:pt>
    <dgm:pt modelId="{B7104551-F77A-4097-8FB9-5B0F18F00F50}" type="sibTrans" cxnId="{E53EA8AA-3113-43B2-9910-EF59EF83CED8}">
      <dgm:prSet/>
      <dgm:spPr/>
      <dgm:t>
        <a:bodyPr/>
        <a:lstStyle/>
        <a:p>
          <a:endParaRPr lang="en-US"/>
        </a:p>
      </dgm:t>
    </dgm:pt>
    <dgm:pt modelId="{816AEEF8-CD04-47B3-97C2-8DF448CC0723}">
      <dgm:prSet custT="1"/>
      <dgm:spPr/>
      <dgm:t>
        <a:bodyPr/>
        <a:lstStyle/>
        <a:p>
          <a:r>
            <a:rPr lang="en-GB" sz="2000" b="1" dirty="0"/>
            <a:t>Orchestrate</a:t>
          </a:r>
          <a:r>
            <a:rPr lang="en-GB" sz="2000" dirty="0"/>
            <a:t> ML workflows using Argo Workflows on Amazon EKS.</a:t>
          </a:r>
          <a:endParaRPr lang="en-US" sz="2000" dirty="0"/>
        </a:p>
      </dgm:t>
    </dgm:pt>
    <dgm:pt modelId="{E605C977-6F08-4874-991B-C9EF170213A4}" type="parTrans" cxnId="{9139785B-E516-45EE-91A7-9EE8F20CA12A}">
      <dgm:prSet/>
      <dgm:spPr/>
      <dgm:t>
        <a:bodyPr/>
        <a:lstStyle/>
        <a:p>
          <a:endParaRPr lang="en-US"/>
        </a:p>
      </dgm:t>
    </dgm:pt>
    <dgm:pt modelId="{D93EF0AE-B380-4D8E-84A0-74F819CE0745}" type="sibTrans" cxnId="{9139785B-E516-45EE-91A7-9EE8F20CA12A}">
      <dgm:prSet/>
      <dgm:spPr/>
      <dgm:t>
        <a:bodyPr/>
        <a:lstStyle/>
        <a:p>
          <a:endParaRPr lang="en-US"/>
        </a:p>
      </dgm:t>
    </dgm:pt>
    <dgm:pt modelId="{77826D6B-BB11-44DC-B62C-93CB806D70E0}">
      <dgm:prSet custT="1"/>
      <dgm:spPr/>
      <dgm:t>
        <a:bodyPr/>
        <a:lstStyle/>
        <a:p>
          <a:r>
            <a:rPr lang="en-GB" sz="2000" b="1" dirty="0"/>
            <a:t>Using the KSBs gained from this workshop, demonstrate</a:t>
          </a:r>
          <a:r>
            <a:rPr lang="en-GB" sz="2000" dirty="0"/>
            <a:t> how HR can utilise risk classifications to develop targeted retention strategies in a real-world scenario.</a:t>
          </a:r>
          <a:endParaRPr lang="en-US" sz="2000" dirty="0"/>
        </a:p>
      </dgm:t>
    </dgm:pt>
    <dgm:pt modelId="{ABA60B07-265A-4D7B-839C-51AF6C1E3A56}" type="parTrans" cxnId="{D312FE1E-029D-4BA3-A99D-CC6D2A2BC42E}">
      <dgm:prSet/>
      <dgm:spPr/>
      <dgm:t>
        <a:bodyPr/>
        <a:lstStyle/>
        <a:p>
          <a:endParaRPr lang="en-US"/>
        </a:p>
      </dgm:t>
    </dgm:pt>
    <dgm:pt modelId="{FA364F65-8A07-45FA-A832-53C707588287}" type="sibTrans" cxnId="{D312FE1E-029D-4BA3-A99D-CC6D2A2BC42E}">
      <dgm:prSet/>
      <dgm:spPr/>
      <dgm:t>
        <a:bodyPr/>
        <a:lstStyle/>
        <a:p>
          <a:endParaRPr lang="en-US"/>
        </a:p>
      </dgm:t>
    </dgm:pt>
    <dgm:pt modelId="{D4031DD7-31B3-4A23-82B3-41F1D4D4344D}">
      <dgm:prSet custT="1"/>
      <dgm:spPr/>
      <dgm:t>
        <a:bodyPr/>
        <a:lstStyle/>
        <a:p>
          <a:r>
            <a:rPr lang="en-GB" sz="2000" b="1" dirty="0"/>
            <a:t>Containerise</a:t>
          </a:r>
          <a:r>
            <a:rPr lang="en-GB" sz="2000" dirty="0"/>
            <a:t> machine learning models with Docker and manage them via Amazon ECR.</a:t>
          </a:r>
          <a:endParaRPr lang="en-US" sz="2000" dirty="0"/>
        </a:p>
      </dgm:t>
    </dgm:pt>
    <dgm:pt modelId="{4B8ED5CB-C23A-41BB-95EB-0A52CD976FB2}" type="parTrans" cxnId="{3E960A46-011E-475D-B306-134AA3695BCA}">
      <dgm:prSet/>
      <dgm:spPr/>
      <dgm:t>
        <a:bodyPr/>
        <a:lstStyle/>
        <a:p>
          <a:endParaRPr lang="en-GB"/>
        </a:p>
      </dgm:t>
    </dgm:pt>
    <dgm:pt modelId="{FC795DB4-F993-43B4-80CB-728AEB2011B8}" type="sibTrans" cxnId="{3E960A46-011E-475D-B306-134AA3695BCA}">
      <dgm:prSet/>
      <dgm:spPr/>
      <dgm:t>
        <a:bodyPr/>
        <a:lstStyle/>
        <a:p>
          <a:endParaRPr lang="en-GB"/>
        </a:p>
      </dgm:t>
    </dgm:pt>
    <dgm:pt modelId="{E8CE2E6C-37D0-4CEB-A647-4F46198FB8BE}" type="pres">
      <dgm:prSet presAssocID="{7E5E1C21-8CE3-4AFF-952B-13015F1FFDB5}" presName="linear" presStyleCnt="0">
        <dgm:presLayoutVars>
          <dgm:animLvl val="lvl"/>
          <dgm:resizeHandles val="exact"/>
        </dgm:presLayoutVars>
      </dgm:prSet>
      <dgm:spPr/>
    </dgm:pt>
    <dgm:pt modelId="{BF4FC44F-7AE2-4294-B0BD-DE307DE61DA9}" type="pres">
      <dgm:prSet presAssocID="{BB249E61-31FD-45ED-8CB0-E5403791E7C6}" presName="parentText" presStyleLbl="node1" presStyleIdx="0" presStyleCnt="1" custLinFactNeighborX="-4167" custLinFactNeighborY="188">
        <dgm:presLayoutVars>
          <dgm:chMax val="0"/>
          <dgm:bulletEnabled val="1"/>
        </dgm:presLayoutVars>
      </dgm:prSet>
      <dgm:spPr/>
    </dgm:pt>
    <dgm:pt modelId="{0BA3D2D1-0C67-44ED-8001-7469CDD95E6B}" type="pres">
      <dgm:prSet presAssocID="{BB249E61-31FD-45ED-8CB0-E5403791E7C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24A0D0B-4DDB-489A-ABB3-A3E4EA437077}" type="presOf" srcId="{7E5E1C21-8CE3-4AFF-952B-13015F1FFDB5}" destId="{E8CE2E6C-37D0-4CEB-A647-4F46198FB8BE}" srcOrd="0" destOrd="0" presId="urn:microsoft.com/office/officeart/2005/8/layout/vList2"/>
    <dgm:cxn modelId="{33B18A11-3F79-4B34-8A4F-5B48755E1381}" type="presOf" srcId="{BB249E61-31FD-45ED-8CB0-E5403791E7C6}" destId="{BF4FC44F-7AE2-4294-B0BD-DE307DE61DA9}" srcOrd="0" destOrd="0" presId="urn:microsoft.com/office/officeart/2005/8/layout/vList2"/>
    <dgm:cxn modelId="{D312FE1E-029D-4BA3-A99D-CC6D2A2BC42E}" srcId="{BB249E61-31FD-45ED-8CB0-E5403791E7C6}" destId="{77826D6B-BB11-44DC-B62C-93CB806D70E0}" srcOrd="5" destOrd="0" parTransId="{ABA60B07-265A-4D7B-839C-51AF6C1E3A56}" sibTransId="{FA364F65-8A07-45FA-A832-53C707588287}"/>
    <dgm:cxn modelId="{204A722F-2A2F-47FC-BCDA-70FECB66B25D}" type="presOf" srcId="{3EEC764E-7CE3-4664-9EAB-9B6BF43BC5A8}" destId="{0BA3D2D1-0C67-44ED-8001-7469CDD95E6B}" srcOrd="0" destOrd="2" presId="urn:microsoft.com/office/officeart/2005/8/layout/vList2"/>
    <dgm:cxn modelId="{75FC8D40-BFEF-4323-A326-A0B24EFE44AE}" type="presOf" srcId="{77826D6B-BB11-44DC-B62C-93CB806D70E0}" destId="{0BA3D2D1-0C67-44ED-8001-7469CDD95E6B}" srcOrd="0" destOrd="5" presId="urn:microsoft.com/office/officeart/2005/8/layout/vList2"/>
    <dgm:cxn modelId="{9139785B-E516-45EE-91A7-9EE8F20CA12A}" srcId="{BB249E61-31FD-45ED-8CB0-E5403791E7C6}" destId="{816AEEF8-CD04-47B3-97C2-8DF448CC0723}" srcOrd="4" destOrd="0" parTransId="{E605C977-6F08-4874-991B-C9EF170213A4}" sibTransId="{D93EF0AE-B380-4D8E-84A0-74F819CE0745}"/>
    <dgm:cxn modelId="{3E960A46-011E-475D-B306-134AA3695BCA}" srcId="{BB249E61-31FD-45ED-8CB0-E5403791E7C6}" destId="{D4031DD7-31B3-4A23-82B3-41F1D4D4344D}" srcOrd="3" destOrd="0" parTransId="{4B8ED5CB-C23A-41BB-95EB-0A52CD976FB2}" sibTransId="{FC795DB4-F993-43B4-80CB-728AEB2011B8}"/>
    <dgm:cxn modelId="{ED1C8E49-208E-4EDE-9C42-33444A91FD14}" srcId="{BB249E61-31FD-45ED-8CB0-E5403791E7C6}" destId="{9641B0F5-5AAA-44ED-8750-9CE56CE02FF1}" srcOrd="0" destOrd="0" parTransId="{9B26A789-D6CF-448F-8C9D-2C847469C7F1}" sibTransId="{91E89CC7-E68F-49E9-95BA-F2EDDEB779CB}"/>
    <dgm:cxn modelId="{A6946757-DDA8-421C-B7DA-35DA7CABD449}" srcId="{BB249E61-31FD-45ED-8CB0-E5403791E7C6}" destId="{2CC8088B-9891-4DBF-BF3F-5C07CDA2793F}" srcOrd="1" destOrd="0" parTransId="{CFF43B68-42CB-4984-AC78-514C96EE6D72}" sibTransId="{5FDB7CB4-0DAE-4AD4-9D43-8DA4E4B6B204}"/>
    <dgm:cxn modelId="{E53EA8AA-3113-43B2-9910-EF59EF83CED8}" srcId="{BB249E61-31FD-45ED-8CB0-E5403791E7C6}" destId="{3EEC764E-7CE3-4664-9EAB-9B6BF43BC5A8}" srcOrd="2" destOrd="0" parTransId="{013931FA-BE81-4ED5-804F-75262F9393AA}" sibTransId="{B7104551-F77A-4097-8FB9-5B0F18F00F50}"/>
    <dgm:cxn modelId="{D78DF1C4-058E-4846-AC8E-64C181A22CF1}" type="presOf" srcId="{D4031DD7-31B3-4A23-82B3-41F1D4D4344D}" destId="{0BA3D2D1-0C67-44ED-8001-7469CDD95E6B}" srcOrd="0" destOrd="3" presId="urn:microsoft.com/office/officeart/2005/8/layout/vList2"/>
    <dgm:cxn modelId="{9F6264D7-341C-42E3-982F-5E882B33BCD5}" srcId="{7E5E1C21-8CE3-4AFF-952B-13015F1FFDB5}" destId="{BB249E61-31FD-45ED-8CB0-E5403791E7C6}" srcOrd="0" destOrd="0" parTransId="{10D2D046-74DC-491B-B08F-406BDF24F9E7}" sibTransId="{2D448D67-1F88-4606-B8EB-3124FEC11254}"/>
    <dgm:cxn modelId="{4CC821D8-A02E-4457-A06B-EC6162E4F498}" type="presOf" srcId="{816AEEF8-CD04-47B3-97C2-8DF448CC0723}" destId="{0BA3D2D1-0C67-44ED-8001-7469CDD95E6B}" srcOrd="0" destOrd="4" presId="urn:microsoft.com/office/officeart/2005/8/layout/vList2"/>
    <dgm:cxn modelId="{844278E3-70D0-4900-B83E-BA3E4B751A8C}" type="presOf" srcId="{9641B0F5-5AAA-44ED-8750-9CE56CE02FF1}" destId="{0BA3D2D1-0C67-44ED-8001-7469CDD95E6B}" srcOrd="0" destOrd="0" presId="urn:microsoft.com/office/officeart/2005/8/layout/vList2"/>
    <dgm:cxn modelId="{2DEF5FFC-19F4-40D8-8B18-1ABEA009C0F9}" type="presOf" srcId="{2CC8088B-9891-4DBF-BF3F-5C07CDA2793F}" destId="{0BA3D2D1-0C67-44ED-8001-7469CDD95E6B}" srcOrd="0" destOrd="1" presId="urn:microsoft.com/office/officeart/2005/8/layout/vList2"/>
    <dgm:cxn modelId="{0BE18F36-4EEC-49BA-A779-8F5F12861A4E}" type="presParOf" srcId="{E8CE2E6C-37D0-4CEB-A647-4F46198FB8BE}" destId="{BF4FC44F-7AE2-4294-B0BD-DE307DE61DA9}" srcOrd="0" destOrd="0" presId="urn:microsoft.com/office/officeart/2005/8/layout/vList2"/>
    <dgm:cxn modelId="{8808CDBE-450A-4AE4-8A0B-63E379172B60}" type="presParOf" srcId="{E8CE2E6C-37D0-4CEB-A647-4F46198FB8BE}" destId="{0BA3D2D1-0C67-44ED-8001-7469CDD95E6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E63386-8528-4671-B470-0829E4A043E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A3446A-AB5F-4C47-A73E-E11B4532FC9A}">
      <dgm:prSet/>
      <dgm:spPr/>
      <dgm:t>
        <a:bodyPr/>
        <a:lstStyle/>
        <a:p>
          <a:r>
            <a:rPr lang="en-GB" b="1" dirty="0"/>
            <a:t>K8s uses horizontal pod </a:t>
          </a:r>
          <a:r>
            <a:rPr lang="en-GB" b="1" dirty="0" err="1"/>
            <a:t>autoscalers</a:t>
          </a:r>
          <a:r>
            <a:rPr lang="en-GB" b="1" dirty="0"/>
            <a:t>, meaning it spins up more replicas of a microservice if utilisation is high.</a:t>
          </a:r>
          <a:endParaRPr lang="en-US" b="1" dirty="0"/>
        </a:p>
      </dgm:t>
    </dgm:pt>
    <dgm:pt modelId="{670AD102-21C0-4D1F-A8D8-6FCFCBD3E970}" type="parTrans" cxnId="{2B39D542-8922-4417-8FD5-5211DD92DE69}">
      <dgm:prSet/>
      <dgm:spPr/>
      <dgm:t>
        <a:bodyPr/>
        <a:lstStyle/>
        <a:p>
          <a:endParaRPr lang="en-US"/>
        </a:p>
      </dgm:t>
    </dgm:pt>
    <dgm:pt modelId="{91D5D765-D5E0-4749-9CB4-A69B8DC7B8BC}" type="sibTrans" cxnId="{2B39D542-8922-4417-8FD5-5211DD92DE69}">
      <dgm:prSet/>
      <dgm:spPr/>
      <dgm:t>
        <a:bodyPr/>
        <a:lstStyle/>
        <a:p>
          <a:endParaRPr lang="en-US"/>
        </a:p>
      </dgm:t>
    </dgm:pt>
    <dgm:pt modelId="{61E8CFC9-9B79-4206-B2B7-A0049AA89183}">
      <dgm:prSet/>
      <dgm:spPr/>
      <dgm:t>
        <a:bodyPr/>
        <a:lstStyle/>
        <a:p>
          <a:r>
            <a:rPr lang="en-GB" i="1" dirty="0"/>
            <a:t>K8s uses load balancing to distribute requests among pods.</a:t>
          </a:r>
          <a:endParaRPr lang="en-US" i="1" dirty="0"/>
        </a:p>
      </dgm:t>
    </dgm:pt>
    <dgm:pt modelId="{532A9BCD-1520-4200-B97C-900162F08864}" type="parTrans" cxnId="{688B8466-BD57-4C42-BA9C-BA22D52E0A79}">
      <dgm:prSet/>
      <dgm:spPr/>
      <dgm:t>
        <a:bodyPr/>
        <a:lstStyle/>
        <a:p>
          <a:endParaRPr lang="en-US"/>
        </a:p>
      </dgm:t>
    </dgm:pt>
    <dgm:pt modelId="{A70D25CC-AE2E-4801-9E58-8431774EC57D}" type="sibTrans" cxnId="{688B8466-BD57-4C42-BA9C-BA22D52E0A79}">
      <dgm:prSet/>
      <dgm:spPr/>
      <dgm:t>
        <a:bodyPr/>
        <a:lstStyle/>
        <a:p>
          <a:endParaRPr lang="en-US"/>
        </a:p>
      </dgm:t>
    </dgm:pt>
    <dgm:pt modelId="{CE47FDAD-456A-447E-8A95-32853EA0CA1B}">
      <dgm:prSet/>
      <dgm:spPr/>
      <dgm:t>
        <a:bodyPr/>
        <a:lstStyle/>
        <a:p>
          <a:r>
            <a:rPr lang="en-GB" i="1" dirty="0"/>
            <a:t>K8s uses a consensus mechanism ensuring consistency across nodes</a:t>
          </a:r>
          <a:endParaRPr lang="en-US" i="1" dirty="0"/>
        </a:p>
      </dgm:t>
    </dgm:pt>
    <dgm:pt modelId="{61E8EA2B-5713-4DF9-9C25-7C8FC3DB8B00}" type="parTrans" cxnId="{474B7875-CCA3-4117-8BF4-E001B0437FB6}">
      <dgm:prSet/>
      <dgm:spPr/>
      <dgm:t>
        <a:bodyPr/>
        <a:lstStyle/>
        <a:p>
          <a:endParaRPr lang="en-US"/>
        </a:p>
      </dgm:t>
    </dgm:pt>
    <dgm:pt modelId="{4C602FDD-739A-4CAE-91FA-014E62274CED}" type="sibTrans" cxnId="{474B7875-CCA3-4117-8BF4-E001B0437FB6}">
      <dgm:prSet/>
      <dgm:spPr/>
      <dgm:t>
        <a:bodyPr/>
        <a:lstStyle/>
        <a:p>
          <a:endParaRPr lang="en-US"/>
        </a:p>
      </dgm:t>
    </dgm:pt>
    <dgm:pt modelId="{A95A6EF0-19FF-4F9E-B55D-BAA288750B26}">
      <dgm:prSet/>
      <dgm:spPr/>
      <dgm:t>
        <a:bodyPr/>
        <a:lstStyle/>
        <a:p>
          <a:r>
            <a:rPr lang="en-GB" b="1" dirty="0"/>
            <a:t>Argo scales by using workflow parallelism, i.e. can run steps simultaneously if they’re not mutually dependent (or belong to different workflows entirely).</a:t>
          </a:r>
          <a:endParaRPr lang="en-US" b="1" dirty="0"/>
        </a:p>
      </dgm:t>
    </dgm:pt>
    <dgm:pt modelId="{BC3EEC55-4BC9-4430-AF71-E4B7053B1504}" type="parTrans" cxnId="{2A80188E-327E-4DC5-9512-F8CCD58A190B}">
      <dgm:prSet/>
      <dgm:spPr/>
      <dgm:t>
        <a:bodyPr/>
        <a:lstStyle/>
        <a:p>
          <a:endParaRPr lang="en-US"/>
        </a:p>
      </dgm:t>
    </dgm:pt>
    <dgm:pt modelId="{927C179B-8449-4470-BCC1-B2CA467E9C4B}" type="sibTrans" cxnId="{2A80188E-327E-4DC5-9512-F8CCD58A190B}">
      <dgm:prSet/>
      <dgm:spPr/>
      <dgm:t>
        <a:bodyPr/>
        <a:lstStyle/>
        <a:p>
          <a:endParaRPr lang="en-US"/>
        </a:p>
      </dgm:t>
    </dgm:pt>
    <dgm:pt modelId="{97C39088-4C85-4E2B-9705-73BC633DDD12}">
      <dgm:prSet/>
      <dgm:spPr/>
      <dgm:t>
        <a:bodyPr/>
        <a:lstStyle/>
        <a:p>
          <a:r>
            <a:rPr lang="en-GB" b="1" dirty="0"/>
            <a:t>Argo handles dependencies well (like “train after data ingest finishes”) inside a workflow.</a:t>
          </a:r>
          <a:endParaRPr lang="en-US" b="1" dirty="0"/>
        </a:p>
      </dgm:t>
    </dgm:pt>
    <dgm:pt modelId="{19CFF963-6BD3-41A6-83AC-8F12C5F0E70C}" type="parTrans" cxnId="{D1DD0BBD-6160-46FA-9FEB-114BF4130EC0}">
      <dgm:prSet/>
      <dgm:spPr/>
      <dgm:t>
        <a:bodyPr/>
        <a:lstStyle/>
        <a:p>
          <a:endParaRPr lang="en-US"/>
        </a:p>
      </dgm:t>
    </dgm:pt>
    <dgm:pt modelId="{543734C1-6817-4626-A257-AFCB1125EB3B}" type="sibTrans" cxnId="{D1DD0BBD-6160-46FA-9FEB-114BF4130EC0}">
      <dgm:prSet/>
      <dgm:spPr/>
      <dgm:t>
        <a:bodyPr/>
        <a:lstStyle/>
        <a:p>
          <a:endParaRPr lang="en-US"/>
        </a:p>
      </dgm:t>
    </dgm:pt>
    <dgm:pt modelId="{60FF20CB-0640-4B36-830C-35C7D78EE094}">
      <dgm:prSet/>
      <dgm:spPr/>
      <dgm:t>
        <a:bodyPr/>
        <a:lstStyle/>
        <a:p>
          <a:r>
            <a:rPr lang="en-GB" b="1" i="1" u="sng" dirty="0"/>
            <a:t>K8s keeps the cluster running, Argo keeps the workflows organised.</a:t>
          </a:r>
          <a:endParaRPr lang="en-US" b="1" i="1" u="sng" dirty="0"/>
        </a:p>
      </dgm:t>
    </dgm:pt>
    <dgm:pt modelId="{1AF97135-B0E9-424F-94A4-C5DFE59F2919}" type="parTrans" cxnId="{D48B8791-B324-4DCC-B1FE-BA4C5D1D5124}">
      <dgm:prSet/>
      <dgm:spPr/>
      <dgm:t>
        <a:bodyPr/>
        <a:lstStyle/>
        <a:p>
          <a:endParaRPr lang="en-US"/>
        </a:p>
      </dgm:t>
    </dgm:pt>
    <dgm:pt modelId="{0C67BA12-0A85-4815-A1A7-AF956224EEEA}" type="sibTrans" cxnId="{D48B8791-B324-4DCC-B1FE-BA4C5D1D5124}">
      <dgm:prSet/>
      <dgm:spPr/>
      <dgm:t>
        <a:bodyPr/>
        <a:lstStyle/>
        <a:p>
          <a:endParaRPr lang="en-US"/>
        </a:p>
      </dgm:t>
    </dgm:pt>
    <dgm:pt modelId="{70C0BD03-59ED-428E-BB18-AF478EA76D5F}" type="pres">
      <dgm:prSet presAssocID="{37E63386-8528-4671-B470-0829E4A043E6}" presName="diagram" presStyleCnt="0">
        <dgm:presLayoutVars>
          <dgm:dir/>
          <dgm:resizeHandles val="exact"/>
        </dgm:presLayoutVars>
      </dgm:prSet>
      <dgm:spPr/>
    </dgm:pt>
    <dgm:pt modelId="{56307E99-80C1-4B12-B1DA-27E35D67004B}" type="pres">
      <dgm:prSet presAssocID="{EFA3446A-AB5F-4C47-A73E-E11B4532FC9A}" presName="node" presStyleLbl="node1" presStyleIdx="0" presStyleCnt="6">
        <dgm:presLayoutVars>
          <dgm:bulletEnabled val="1"/>
        </dgm:presLayoutVars>
      </dgm:prSet>
      <dgm:spPr/>
    </dgm:pt>
    <dgm:pt modelId="{FE97B471-C5A7-4B85-BD4F-93CFCDD06394}" type="pres">
      <dgm:prSet presAssocID="{91D5D765-D5E0-4749-9CB4-A69B8DC7B8BC}" presName="sibTrans" presStyleCnt="0"/>
      <dgm:spPr/>
    </dgm:pt>
    <dgm:pt modelId="{24848698-DE67-42BA-91BA-9ABFCBE1992C}" type="pres">
      <dgm:prSet presAssocID="{61E8CFC9-9B79-4206-B2B7-A0049AA89183}" presName="node" presStyleLbl="node1" presStyleIdx="1" presStyleCnt="6">
        <dgm:presLayoutVars>
          <dgm:bulletEnabled val="1"/>
        </dgm:presLayoutVars>
      </dgm:prSet>
      <dgm:spPr/>
    </dgm:pt>
    <dgm:pt modelId="{187DF472-35CC-4FB1-A247-C0A9376864F6}" type="pres">
      <dgm:prSet presAssocID="{A70D25CC-AE2E-4801-9E58-8431774EC57D}" presName="sibTrans" presStyleCnt="0"/>
      <dgm:spPr/>
    </dgm:pt>
    <dgm:pt modelId="{15DF5F2A-5272-4459-8F69-ACED7E201D18}" type="pres">
      <dgm:prSet presAssocID="{CE47FDAD-456A-447E-8A95-32853EA0CA1B}" presName="node" presStyleLbl="node1" presStyleIdx="2" presStyleCnt="6">
        <dgm:presLayoutVars>
          <dgm:bulletEnabled val="1"/>
        </dgm:presLayoutVars>
      </dgm:prSet>
      <dgm:spPr/>
    </dgm:pt>
    <dgm:pt modelId="{810C4F4B-C710-471E-B0DD-ACDEEEF604BC}" type="pres">
      <dgm:prSet presAssocID="{4C602FDD-739A-4CAE-91FA-014E62274CED}" presName="sibTrans" presStyleCnt="0"/>
      <dgm:spPr/>
    </dgm:pt>
    <dgm:pt modelId="{91003A6D-73C1-4433-B0D1-11549782922A}" type="pres">
      <dgm:prSet presAssocID="{A95A6EF0-19FF-4F9E-B55D-BAA288750B26}" presName="node" presStyleLbl="node1" presStyleIdx="3" presStyleCnt="6">
        <dgm:presLayoutVars>
          <dgm:bulletEnabled val="1"/>
        </dgm:presLayoutVars>
      </dgm:prSet>
      <dgm:spPr/>
    </dgm:pt>
    <dgm:pt modelId="{A07DCA6C-46CE-47CD-B9AB-74EC5E369334}" type="pres">
      <dgm:prSet presAssocID="{927C179B-8449-4470-BCC1-B2CA467E9C4B}" presName="sibTrans" presStyleCnt="0"/>
      <dgm:spPr/>
    </dgm:pt>
    <dgm:pt modelId="{B602CCC6-43E8-48FC-99A9-BB752A2DF936}" type="pres">
      <dgm:prSet presAssocID="{97C39088-4C85-4E2B-9705-73BC633DDD12}" presName="node" presStyleLbl="node1" presStyleIdx="4" presStyleCnt="6">
        <dgm:presLayoutVars>
          <dgm:bulletEnabled val="1"/>
        </dgm:presLayoutVars>
      </dgm:prSet>
      <dgm:spPr/>
    </dgm:pt>
    <dgm:pt modelId="{34C45ED6-2CA8-4100-9C27-3544267AA4CD}" type="pres">
      <dgm:prSet presAssocID="{543734C1-6817-4626-A257-AFCB1125EB3B}" presName="sibTrans" presStyleCnt="0"/>
      <dgm:spPr/>
    </dgm:pt>
    <dgm:pt modelId="{97823722-4668-4E3C-9F43-5DECF7561871}" type="pres">
      <dgm:prSet presAssocID="{60FF20CB-0640-4B36-830C-35C7D78EE094}" presName="node" presStyleLbl="node1" presStyleIdx="5" presStyleCnt="6">
        <dgm:presLayoutVars>
          <dgm:bulletEnabled val="1"/>
        </dgm:presLayoutVars>
      </dgm:prSet>
      <dgm:spPr/>
    </dgm:pt>
  </dgm:ptLst>
  <dgm:cxnLst>
    <dgm:cxn modelId="{99472C28-7F33-4807-A020-969687C8E54B}" type="presOf" srcId="{A95A6EF0-19FF-4F9E-B55D-BAA288750B26}" destId="{91003A6D-73C1-4433-B0D1-11549782922A}" srcOrd="0" destOrd="0" presId="urn:microsoft.com/office/officeart/2005/8/layout/default"/>
    <dgm:cxn modelId="{19D6CB35-03D5-468D-A78B-43AC4F0DA48D}" type="presOf" srcId="{EFA3446A-AB5F-4C47-A73E-E11B4532FC9A}" destId="{56307E99-80C1-4B12-B1DA-27E35D67004B}" srcOrd="0" destOrd="0" presId="urn:microsoft.com/office/officeart/2005/8/layout/default"/>
    <dgm:cxn modelId="{2B39D542-8922-4417-8FD5-5211DD92DE69}" srcId="{37E63386-8528-4671-B470-0829E4A043E6}" destId="{EFA3446A-AB5F-4C47-A73E-E11B4532FC9A}" srcOrd="0" destOrd="0" parTransId="{670AD102-21C0-4D1F-A8D8-6FCFCBD3E970}" sibTransId="{91D5D765-D5E0-4749-9CB4-A69B8DC7B8BC}"/>
    <dgm:cxn modelId="{688B8466-BD57-4C42-BA9C-BA22D52E0A79}" srcId="{37E63386-8528-4671-B470-0829E4A043E6}" destId="{61E8CFC9-9B79-4206-B2B7-A0049AA89183}" srcOrd="1" destOrd="0" parTransId="{532A9BCD-1520-4200-B97C-900162F08864}" sibTransId="{A70D25CC-AE2E-4801-9E58-8431774EC57D}"/>
    <dgm:cxn modelId="{474B7875-CCA3-4117-8BF4-E001B0437FB6}" srcId="{37E63386-8528-4671-B470-0829E4A043E6}" destId="{CE47FDAD-456A-447E-8A95-32853EA0CA1B}" srcOrd="2" destOrd="0" parTransId="{61E8EA2B-5713-4DF9-9C25-7C8FC3DB8B00}" sibTransId="{4C602FDD-739A-4CAE-91FA-014E62274CED}"/>
    <dgm:cxn modelId="{2A80188E-327E-4DC5-9512-F8CCD58A190B}" srcId="{37E63386-8528-4671-B470-0829E4A043E6}" destId="{A95A6EF0-19FF-4F9E-B55D-BAA288750B26}" srcOrd="3" destOrd="0" parTransId="{BC3EEC55-4BC9-4430-AF71-E4B7053B1504}" sibTransId="{927C179B-8449-4470-BCC1-B2CA467E9C4B}"/>
    <dgm:cxn modelId="{FCE1A190-FBDF-48BF-8818-4F38C024124B}" type="presOf" srcId="{CE47FDAD-456A-447E-8A95-32853EA0CA1B}" destId="{15DF5F2A-5272-4459-8F69-ACED7E201D18}" srcOrd="0" destOrd="0" presId="urn:microsoft.com/office/officeart/2005/8/layout/default"/>
    <dgm:cxn modelId="{D48B8791-B324-4DCC-B1FE-BA4C5D1D5124}" srcId="{37E63386-8528-4671-B470-0829E4A043E6}" destId="{60FF20CB-0640-4B36-830C-35C7D78EE094}" srcOrd="5" destOrd="0" parTransId="{1AF97135-B0E9-424F-94A4-C5DFE59F2919}" sibTransId="{0C67BA12-0A85-4815-A1A7-AF956224EEEA}"/>
    <dgm:cxn modelId="{1C2705BD-AE5A-4A35-BAC2-5EB3782BF759}" type="presOf" srcId="{97C39088-4C85-4E2B-9705-73BC633DDD12}" destId="{B602CCC6-43E8-48FC-99A9-BB752A2DF936}" srcOrd="0" destOrd="0" presId="urn:microsoft.com/office/officeart/2005/8/layout/default"/>
    <dgm:cxn modelId="{D1DD0BBD-6160-46FA-9FEB-114BF4130EC0}" srcId="{37E63386-8528-4671-B470-0829E4A043E6}" destId="{97C39088-4C85-4E2B-9705-73BC633DDD12}" srcOrd="4" destOrd="0" parTransId="{19CFF963-6BD3-41A6-83AC-8F12C5F0E70C}" sibTransId="{543734C1-6817-4626-A257-AFCB1125EB3B}"/>
    <dgm:cxn modelId="{A8EB81C2-FC42-481D-86FC-4D89816A2875}" type="presOf" srcId="{60FF20CB-0640-4B36-830C-35C7D78EE094}" destId="{97823722-4668-4E3C-9F43-5DECF7561871}" srcOrd="0" destOrd="0" presId="urn:microsoft.com/office/officeart/2005/8/layout/default"/>
    <dgm:cxn modelId="{D96483EA-5ED6-42CA-9277-5421A685499D}" type="presOf" srcId="{37E63386-8528-4671-B470-0829E4A043E6}" destId="{70C0BD03-59ED-428E-BB18-AF478EA76D5F}" srcOrd="0" destOrd="0" presId="urn:microsoft.com/office/officeart/2005/8/layout/default"/>
    <dgm:cxn modelId="{9517CDF1-A613-4B6C-8FD9-E3D0CDB1AD78}" type="presOf" srcId="{61E8CFC9-9B79-4206-B2B7-A0049AA89183}" destId="{24848698-DE67-42BA-91BA-9ABFCBE1992C}" srcOrd="0" destOrd="0" presId="urn:microsoft.com/office/officeart/2005/8/layout/default"/>
    <dgm:cxn modelId="{9E75C8C1-2137-4813-9A57-FCA26B46F799}" type="presParOf" srcId="{70C0BD03-59ED-428E-BB18-AF478EA76D5F}" destId="{56307E99-80C1-4B12-B1DA-27E35D67004B}" srcOrd="0" destOrd="0" presId="urn:microsoft.com/office/officeart/2005/8/layout/default"/>
    <dgm:cxn modelId="{28F81383-BBFB-43A9-A78E-02F334B9D139}" type="presParOf" srcId="{70C0BD03-59ED-428E-BB18-AF478EA76D5F}" destId="{FE97B471-C5A7-4B85-BD4F-93CFCDD06394}" srcOrd="1" destOrd="0" presId="urn:microsoft.com/office/officeart/2005/8/layout/default"/>
    <dgm:cxn modelId="{4A50809F-79F0-437A-9120-23BE84B8DB43}" type="presParOf" srcId="{70C0BD03-59ED-428E-BB18-AF478EA76D5F}" destId="{24848698-DE67-42BA-91BA-9ABFCBE1992C}" srcOrd="2" destOrd="0" presId="urn:microsoft.com/office/officeart/2005/8/layout/default"/>
    <dgm:cxn modelId="{60D7813D-4BE0-485D-9D01-12EC71B624B2}" type="presParOf" srcId="{70C0BD03-59ED-428E-BB18-AF478EA76D5F}" destId="{187DF472-35CC-4FB1-A247-C0A9376864F6}" srcOrd="3" destOrd="0" presId="urn:microsoft.com/office/officeart/2005/8/layout/default"/>
    <dgm:cxn modelId="{EA7CD395-8C20-47BA-B4F4-18BB45458EB3}" type="presParOf" srcId="{70C0BD03-59ED-428E-BB18-AF478EA76D5F}" destId="{15DF5F2A-5272-4459-8F69-ACED7E201D18}" srcOrd="4" destOrd="0" presId="urn:microsoft.com/office/officeart/2005/8/layout/default"/>
    <dgm:cxn modelId="{92374451-419D-42A3-97C2-D84FFB9FA425}" type="presParOf" srcId="{70C0BD03-59ED-428E-BB18-AF478EA76D5F}" destId="{810C4F4B-C710-471E-B0DD-ACDEEEF604BC}" srcOrd="5" destOrd="0" presId="urn:microsoft.com/office/officeart/2005/8/layout/default"/>
    <dgm:cxn modelId="{FB57043E-D994-495F-87CF-36D3AAACD5C7}" type="presParOf" srcId="{70C0BD03-59ED-428E-BB18-AF478EA76D5F}" destId="{91003A6D-73C1-4433-B0D1-11549782922A}" srcOrd="6" destOrd="0" presId="urn:microsoft.com/office/officeart/2005/8/layout/default"/>
    <dgm:cxn modelId="{E5CFE567-B29B-47A5-9D20-078894D7DB9E}" type="presParOf" srcId="{70C0BD03-59ED-428E-BB18-AF478EA76D5F}" destId="{A07DCA6C-46CE-47CD-B9AB-74EC5E369334}" srcOrd="7" destOrd="0" presId="urn:microsoft.com/office/officeart/2005/8/layout/default"/>
    <dgm:cxn modelId="{36524273-AE93-492E-B489-3553693473E6}" type="presParOf" srcId="{70C0BD03-59ED-428E-BB18-AF478EA76D5F}" destId="{B602CCC6-43E8-48FC-99A9-BB752A2DF936}" srcOrd="8" destOrd="0" presId="urn:microsoft.com/office/officeart/2005/8/layout/default"/>
    <dgm:cxn modelId="{A1BF7965-3CFC-4348-AA2A-75950390DD01}" type="presParOf" srcId="{70C0BD03-59ED-428E-BB18-AF478EA76D5F}" destId="{34C45ED6-2CA8-4100-9C27-3544267AA4CD}" srcOrd="9" destOrd="0" presId="urn:microsoft.com/office/officeart/2005/8/layout/default"/>
    <dgm:cxn modelId="{4CBCC087-8596-4951-9AC0-E1D0503C3B52}" type="presParOf" srcId="{70C0BD03-59ED-428E-BB18-AF478EA76D5F}" destId="{97823722-4668-4E3C-9F43-5DECF756187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F1B381-3243-497F-8FBA-C46D11AE0E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F1CA03D-DE5B-4C6B-BE41-5A5FAE2A3807}">
      <dgm:prSet custT="1"/>
      <dgm:spPr/>
      <dgm:t>
        <a:bodyPr/>
        <a:lstStyle/>
        <a:p>
          <a:pPr>
            <a:defRPr cap="all"/>
          </a:pPr>
          <a:r>
            <a:rPr lang="en-GB" sz="1600" b="1" dirty="0"/>
            <a:t>If we only had Glue, how would we manage frequent model retraining, multiple microservices, or real-time inference? What overhead might we face?</a:t>
          </a:r>
          <a:endParaRPr lang="en-US" sz="1600" b="1" dirty="0"/>
        </a:p>
      </dgm:t>
    </dgm:pt>
    <dgm:pt modelId="{66BD36A7-5CF8-4070-8ACF-1C38B58074AA}" type="parTrans" cxnId="{640F54FE-9F79-454C-9BE5-7B7FB69FA1DB}">
      <dgm:prSet/>
      <dgm:spPr/>
      <dgm:t>
        <a:bodyPr/>
        <a:lstStyle/>
        <a:p>
          <a:endParaRPr lang="en-US"/>
        </a:p>
      </dgm:t>
    </dgm:pt>
    <dgm:pt modelId="{324315AD-AA38-4A2F-96CE-3415CCDDBF42}" type="sibTrans" cxnId="{640F54FE-9F79-454C-9BE5-7B7FB69FA1DB}">
      <dgm:prSet/>
      <dgm:spPr/>
      <dgm:t>
        <a:bodyPr/>
        <a:lstStyle/>
        <a:p>
          <a:endParaRPr lang="en-US"/>
        </a:p>
      </dgm:t>
    </dgm:pt>
    <dgm:pt modelId="{2739467A-634D-4220-AC4E-5891AE148290}">
      <dgm:prSet custT="1"/>
      <dgm:spPr/>
      <dgm:t>
        <a:bodyPr/>
        <a:lstStyle/>
        <a:p>
          <a:pPr>
            <a:defRPr cap="all"/>
          </a:pPr>
          <a:r>
            <a:rPr lang="en-GB" sz="1600" dirty="0"/>
            <a:t>In which cases might Glue still be enough for part of the pipeline—and where does an orchestrator like Argo clearly shine?</a:t>
          </a:r>
          <a:endParaRPr lang="en-US" sz="1600" dirty="0"/>
        </a:p>
      </dgm:t>
    </dgm:pt>
    <dgm:pt modelId="{4A01FCD0-199F-4A20-BD26-18D9290FE396}" type="parTrans" cxnId="{76F894F2-4387-4009-9C9F-FF051D238E79}">
      <dgm:prSet/>
      <dgm:spPr/>
      <dgm:t>
        <a:bodyPr/>
        <a:lstStyle/>
        <a:p>
          <a:endParaRPr lang="en-US"/>
        </a:p>
      </dgm:t>
    </dgm:pt>
    <dgm:pt modelId="{C2048B89-5014-4B67-B2D6-639284C55169}" type="sibTrans" cxnId="{76F894F2-4387-4009-9C9F-FF051D238E79}">
      <dgm:prSet/>
      <dgm:spPr/>
      <dgm:t>
        <a:bodyPr/>
        <a:lstStyle/>
        <a:p>
          <a:endParaRPr lang="en-US"/>
        </a:p>
      </dgm:t>
    </dgm:pt>
    <dgm:pt modelId="{D515BD16-FFEF-4113-98AF-500090CE4369}">
      <dgm:prSet custT="1"/>
      <dgm:spPr/>
      <dgm:t>
        <a:bodyPr/>
        <a:lstStyle/>
        <a:p>
          <a:pPr>
            <a:defRPr cap="all"/>
          </a:pPr>
          <a:r>
            <a:rPr lang="en-US" sz="2000" i="1" dirty="0"/>
            <a:t>Which one is better for rapid iteration and why?</a:t>
          </a:r>
        </a:p>
      </dgm:t>
    </dgm:pt>
    <dgm:pt modelId="{202BFF28-019F-4043-A764-47F5DDE9E8BF}" type="parTrans" cxnId="{6C51424B-EF7C-4E14-B71E-E3B53D5229D7}">
      <dgm:prSet/>
      <dgm:spPr/>
      <dgm:t>
        <a:bodyPr/>
        <a:lstStyle/>
        <a:p>
          <a:endParaRPr lang="en-US"/>
        </a:p>
      </dgm:t>
    </dgm:pt>
    <dgm:pt modelId="{A34F0CA0-5175-47FF-B97A-A9C3FCFCF27E}" type="sibTrans" cxnId="{6C51424B-EF7C-4E14-B71E-E3B53D5229D7}">
      <dgm:prSet/>
      <dgm:spPr/>
      <dgm:t>
        <a:bodyPr/>
        <a:lstStyle/>
        <a:p>
          <a:endParaRPr lang="en-US"/>
        </a:p>
      </dgm:t>
    </dgm:pt>
    <dgm:pt modelId="{45A1B495-261F-4BD4-BA48-23124D7BE116}" type="pres">
      <dgm:prSet presAssocID="{DCF1B381-3243-497F-8FBA-C46D11AE0E7B}" presName="root" presStyleCnt="0">
        <dgm:presLayoutVars>
          <dgm:dir/>
          <dgm:resizeHandles val="exact"/>
        </dgm:presLayoutVars>
      </dgm:prSet>
      <dgm:spPr/>
    </dgm:pt>
    <dgm:pt modelId="{9CC699FC-AA62-498A-A0C3-E7BB8C0ADA47}" type="pres">
      <dgm:prSet presAssocID="{6F1CA03D-DE5B-4C6B-BE41-5A5FAE2A3807}" presName="compNode" presStyleCnt="0"/>
      <dgm:spPr/>
    </dgm:pt>
    <dgm:pt modelId="{B9D22C7E-B58C-41E1-BE0D-1150C6893B43}" type="pres">
      <dgm:prSet presAssocID="{6F1CA03D-DE5B-4C6B-BE41-5A5FAE2A3807}" presName="iconBgRect" presStyleLbl="bgShp" presStyleIdx="0" presStyleCnt="3"/>
      <dgm:spPr/>
    </dgm:pt>
    <dgm:pt modelId="{4ABC5767-BFAE-45C8-894E-BEBB314AF5E7}" type="pres">
      <dgm:prSet presAssocID="{6F1CA03D-DE5B-4C6B-BE41-5A5FAE2A38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0BB120F-4366-4AA7-8D2C-AF13BDF49E1D}" type="pres">
      <dgm:prSet presAssocID="{6F1CA03D-DE5B-4C6B-BE41-5A5FAE2A3807}" presName="spaceRect" presStyleCnt="0"/>
      <dgm:spPr/>
    </dgm:pt>
    <dgm:pt modelId="{18F0DFC8-64C6-411B-9CC7-1876124C699F}" type="pres">
      <dgm:prSet presAssocID="{6F1CA03D-DE5B-4C6B-BE41-5A5FAE2A3807}" presName="textRect" presStyleLbl="revTx" presStyleIdx="0" presStyleCnt="3" custScaleX="115903" custScaleY="118702" custLinFactNeighborX="5247" custLinFactNeighborY="-18936">
        <dgm:presLayoutVars>
          <dgm:chMax val="1"/>
          <dgm:chPref val="1"/>
        </dgm:presLayoutVars>
      </dgm:prSet>
      <dgm:spPr/>
    </dgm:pt>
    <dgm:pt modelId="{FBE55426-1DC9-4C23-9EAD-F54AD1D7216A}" type="pres">
      <dgm:prSet presAssocID="{324315AD-AA38-4A2F-96CE-3415CCDDBF42}" presName="sibTrans" presStyleCnt="0"/>
      <dgm:spPr/>
    </dgm:pt>
    <dgm:pt modelId="{C24DEEA0-7175-4CB4-B63C-A0AF615CB3E1}" type="pres">
      <dgm:prSet presAssocID="{2739467A-634D-4220-AC4E-5891AE148290}" presName="compNode" presStyleCnt="0"/>
      <dgm:spPr/>
    </dgm:pt>
    <dgm:pt modelId="{289ABFC6-F377-4EE6-812B-2189C28AFCA5}" type="pres">
      <dgm:prSet presAssocID="{2739467A-634D-4220-AC4E-5891AE148290}" presName="iconBgRect" presStyleLbl="bgShp" presStyleIdx="1" presStyleCnt="3"/>
      <dgm:spPr/>
    </dgm:pt>
    <dgm:pt modelId="{6B7FBAF3-E091-46EC-924D-FB049CA1A4BF}" type="pres">
      <dgm:prSet presAssocID="{2739467A-634D-4220-AC4E-5891AE1482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D5B23627-AEE7-4B41-B1AC-2E9B6D584AF0}" type="pres">
      <dgm:prSet presAssocID="{2739467A-634D-4220-AC4E-5891AE148290}" presName="spaceRect" presStyleCnt="0"/>
      <dgm:spPr/>
    </dgm:pt>
    <dgm:pt modelId="{C6122217-2067-4E0C-9900-0C659617B924}" type="pres">
      <dgm:prSet presAssocID="{2739467A-634D-4220-AC4E-5891AE148290}" presName="textRect" presStyleLbl="revTx" presStyleIdx="1" presStyleCnt="3">
        <dgm:presLayoutVars>
          <dgm:chMax val="1"/>
          <dgm:chPref val="1"/>
        </dgm:presLayoutVars>
      </dgm:prSet>
      <dgm:spPr/>
    </dgm:pt>
    <dgm:pt modelId="{31E9F577-0E51-4A5E-A217-1D93B05587BA}" type="pres">
      <dgm:prSet presAssocID="{C2048B89-5014-4B67-B2D6-639284C55169}" presName="sibTrans" presStyleCnt="0"/>
      <dgm:spPr/>
    </dgm:pt>
    <dgm:pt modelId="{E836D6DE-DDAA-444C-A9D4-6BE44616D07D}" type="pres">
      <dgm:prSet presAssocID="{D515BD16-FFEF-4113-98AF-500090CE4369}" presName="compNode" presStyleCnt="0"/>
      <dgm:spPr/>
    </dgm:pt>
    <dgm:pt modelId="{62EA3522-2515-4AFE-9B00-62108ACA1FA2}" type="pres">
      <dgm:prSet presAssocID="{D515BD16-FFEF-4113-98AF-500090CE4369}" presName="iconBgRect" presStyleLbl="bgShp" presStyleIdx="2" presStyleCnt="3"/>
      <dgm:spPr/>
    </dgm:pt>
    <dgm:pt modelId="{6BE218A8-67F7-4601-BEDC-DA0FC5EF749D}" type="pres">
      <dgm:prSet presAssocID="{D515BD16-FFEF-4113-98AF-500090CE43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CA7D3B9-BA23-4532-854D-76A4BAC84C54}" type="pres">
      <dgm:prSet presAssocID="{D515BD16-FFEF-4113-98AF-500090CE4369}" presName="spaceRect" presStyleCnt="0"/>
      <dgm:spPr/>
    </dgm:pt>
    <dgm:pt modelId="{084F8F03-BF34-44AA-831F-D89E539DC161}" type="pres">
      <dgm:prSet presAssocID="{D515BD16-FFEF-4113-98AF-500090CE43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51424B-EF7C-4E14-B71E-E3B53D5229D7}" srcId="{DCF1B381-3243-497F-8FBA-C46D11AE0E7B}" destId="{D515BD16-FFEF-4113-98AF-500090CE4369}" srcOrd="2" destOrd="0" parTransId="{202BFF28-019F-4043-A764-47F5DDE9E8BF}" sibTransId="{A34F0CA0-5175-47FF-B97A-A9C3FCFCF27E}"/>
    <dgm:cxn modelId="{D2F3F4AB-889E-47C6-9C19-059DCA8BC60B}" type="presOf" srcId="{D515BD16-FFEF-4113-98AF-500090CE4369}" destId="{084F8F03-BF34-44AA-831F-D89E539DC161}" srcOrd="0" destOrd="0" presId="urn:microsoft.com/office/officeart/2018/5/layout/IconCircleLabelList"/>
    <dgm:cxn modelId="{C2A7CCB2-93E9-4F35-BF54-5883BEFF0CF5}" type="presOf" srcId="{DCF1B381-3243-497F-8FBA-C46D11AE0E7B}" destId="{45A1B495-261F-4BD4-BA48-23124D7BE116}" srcOrd="0" destOrd="0" presId="urn:microsoft.com/office/officeart/2018/5/layout/IconCircleLabelList"/>
    <dgm:cxn modelId="{5A1006D9-8122-4526-AA95-CCFF3FDFE8F9}" type="presOf" srcId="{2739467A-634D-4220-AC4E-5891AE148290}" destId="{C6122217-2067-4E0C-9900-0C659617B924}" srcOrd="0" destOrd="0" presId="urn:microsoft.com/office/officeart/2018/5/layout/IconCircleLabelList"/>
    <dgm:cxn modelId="{67BE3FF2-4443-4AEB-AA8F-293CA3F528EB}" type="presOf" srcId="{6F1CA03D-DE5B-4C6B-BE41-5A5FAE2A3807}" destId="{18F0DFC8-64C6-411B-9CC7-1876124C699F}" srcOrd="0" destOrd="0" presId="urn:microsoft.com/office/officeart/2018/5/layout/IconCircleLabelList"/>
    <dgm:cxn modelId="{76F894F2-4387-4009-9C9F-FF051D238E79}" srcId="{DCF1B381-3243-497F-8FBA-C46D11AE0E7B}" destId="{2739467A-634D-4220-AC4E-5891AE148290}" srcOrd="1" destOrd="0" parTransId="{4A01FCD0-199F-4A20-BD26-18D9290FE396}" sibTransId="{C2048B89-5014-4B67-B2D6-639284C55169}"/>
    <dgm:cxn modelId="{640F54FE-9F79-454C-9BE5-7B7FB69FA1DB}" srcId="{DCF1B381-3243-497F-8FBA-C46D11AE0E7B}" destId="{6F1CA03D-DE5B-4C6B-BE41-5A5FAE2A3807}" srcOrd="0" destOrd="0" parTransId="{66BD36A7-5CF8-4070-8ACF-1C38B58074AA}" sibTransId="{324315AD-AA38-4A2F-96CE-3415CCDDBF42}"/>
    <dgm:cxn modelId="{7B4D434F-109B-43A3-A5BF-AD16EB2A76E5}" type="presParOf" srcId="{45A1B495-261F-4BD4-BA48-23124D7BE116}" destId="{9CC699FC-AA62-498A-A0C3-E7BB8C0ADA47}" srcOrd="0" destOrd="0" presId="urn:microsoft.com/office/officeart/2018/5/layout/IconCircleLabelList"/>
    <dgm:cxn modelId="{DE69711D-4A74-40A3-90AB-52B3C6E8D22E}" type="presParOf" srcId="{9CC699FC-AA62-498A-A0C3-E7BB8C0ADA47}" destId="{B9D22C7E-B58C-41E1-BE0D-1150C6893B43}" srcOrd="0" destOrd="0" presId="urn:microsoft.com/office/officeart/2018/5/layout/IconCircleLabelList"/>
    <dgm:cxn modelId="{C5827CF6-A500-4044-BE7D-1DE35B752CD6}" type="presParOf" srcId="{9CC699FC-AA62-498A-A0C3-E7BB8C0ADA47}" destId="{4ABC5767-BFAE-45C8-894E-BEBB314AF5E7}" srcOrd="1" destOrd="0" presId="urn:microsoft.com/office/officeart/2018/5/layout/IconCircleLabelList"/>
    <dgm:cxn modelId="{680ECC87-DD02-4FDB-81C4-095E921121E5}" type="presParOf" srcId="{9CC699FC-AA62-498A-A0C3-E7BB8C0ADA47}" destId="{20BB120F-4366-4AA7-8D2C-AF13BDF49E1D}" srcOrd="2" destOrd="0" presId="urn:microsoft.com/office/officeart/2018/5/layout/IconCircleLabelList"/>
    <dgm:cxn modelId="{9429DCF2-94C6-428C-8087-EF74D256EF0B}" type="presParOf" srcId="{9CC699FC-AA62-498A-A0C3-E7BB8C0ADA47}" destId="{18F0DFC8-64C6-411B-9CC7-1876124C699F}" srcOrd="3" destOrd="0" presId="urn:microsoft.com/office/officeart/2018/5/layout/IconCircleLabelList"/>
    <dgm:cxn modelId="{81B8C756-5A15-4EBC-938A-3E5C73E573FC}" type="presParOf" srcId="{45A1B495-261F-4BD4-BA48-23124D7BE116}" destId="{FBE55426-1DC9-4C23-9EAD-F54AD1D7216A}" srcOrd="1" destOrd="0" presId="urn:microsoft.com/office/officeart/2018/5/layout/IconCircleLabelList"/>
    <dgm:cxn modelId="{DCF1EC27-075F-4213-B71D-765FA9E93752}" type="presParOf" srcId="{45A1B495-261F-4BD4-BA48-23124D7BE116}" destId="{C24DEEA0-7175-4CB4-B63C-A0AF615CB3E1}" srcOrd="2" destOrd="0" presId="urn:microsoft.com/office/officeart/2018/5/layout/IconCircleLabelList"/>
    <dgm:cxn modelId="{866AB7F1-8974-4A79-B2DC-88A0CD7A4066}" type="presParOf" srcId="{C24DEEA0-7175-4CB4-B63C-A0AF615CB3E1}" destId="{289ABFC6-F377-4EE6-812B-2189C28AFCA5}" srcOrd="0" destOrd="0" presId="urn:microsoft.com/office/officeart/2018/5/layout/IconCircleLabelList"/>
    <dgm:cxn modelId="{2DE6F0EF-F98A-4597-91AA-9E9F1E52CA9A}" type="presParOf" srcId="{C24DEEA0-7175-4CB4-B63C-A0AF615CB3E1}" destId="{6B7FBAF3-E091-46EC-924D-FB049CA1A4BF}" srcOrd="1" destOrd="0" presId="urn:microsoft.com/office/officeart/2018/5/layout/IconCircleLabelList"/>
    <dgm:cxn modelId="{07920D90-A212-4787-8344-0DE97824945A}" type="presParOf" srcId="{C24DEEA0-7175-4CB4-B63C-A0AF615CB3E1}" destId="{D5B23627-AEE7-4B41-B1AC-2E9B6D584AF0}" srcOrd="2" destOrd="0" presId="urn:microsoft.com/office/officeart/2018/5/layout/IconCircleLabelList"/>
    <dgm:cxn modelId="{107723E4-0FAF-4A70-9759-9F5CB8D1F931}" type="presParOf" srcId="{C24DEEA0-7175-4CB4-B63C-A0AF615CB3E1}" destId="{C6122217-2067-4E0C-9900-0C659617B924}" srcOrd="3" destOrd="0" presId="urn:microsoft.com/office/officeart/2018/5/layout/IconCircleLabelList"/>
    <dgm:cxn modelId="{F29243F2-7B44-4BA9-BFE4-362EE015C356}" type="presParOf" srcId="{45A1B495-261F-4BD4-BA48-23124D7BE116}" destId="{31E9F577-0E51-4A5E-A217-1D93B05587BA}" srcOrd="3" destOrd="0" presId="urn:microsoft.com/office/officeart/2018/5/layout/IconCircleLabelList"/>
    <dgm:cxn modelId="{74C82EC2-2E32-48E9-AF90-71D94288E2F1}" type="presParOf" srcId="{45A1B495-261F-4BD4-BA48-23124D7BE116}" destId="{E836D6DE-DDAA-444C-A9D4-6BE44616D07D}" srcOrd="4" destOrd="0" presId="urn:microsoft.com/office/officeart/2018/5/layout/IconCircleLabelList"/>
    <dgm:cxn modelId="{11E9115D-FD4B-4EF3-8D88-316C0BB5FF04}" type="presParOf" srcId="{E836D6DE-DDAA-444C-A9D4-6BE44616D07D}" destId="{62EA3522-2515-4AFE-9B00-62108ACA1FA2}" srcOrd="0" destOrd="0" presId="urn:microsoft.com/office/officeart/2018/5/layout/IconCircleLabelList"/>
    <dgm:cxn modelId="{93A977DC-039A-425D-B742-920871AC6F4D}" type="presParOf" srcId="{E836D6DE-DDAA-444C-A9D4-6BE44616D07D}" destId="{6BE218A8-67F7-4601-BEDC-DA0FC5EF749D}" srcOrd="1" destOrd="0" presId="urn:microsoft.com/office/officeart/2018/5/layout/IconCircleLabelList"/>
    <dgm:cxn modelId="{535B8336-D698-47BE-B0DB-8D216093536A}" type="presParOf" srcId="{E836D6DE-DDAA-444C-A9D4-6BE44616D07D}" destId="{8CA7D3B9-BA23-4532-854D-76A4BAC84C54}" srcOrd="2" destOrd="0" presId="urn:microsoft.com/office/officeart/2018/5/layout/IconCircleLabelList"/>
    <dgm:cxn modelId="{48F95BFA-166E-4B14-B26F-9A38872D5EAA}" type="presParOf" srcId="{E836D6DE-DDAA-444C-A9D4-6BE44616D07D}" destId="{084F8F03-BF34-44AA-831F-D89E539DC16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85ABE-08F1-4827-BAE4-3522F1F0CD97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9615E-129E-4621-B644-3BAD5405A237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0797A-4320-4E86-8331-774A8C77F9B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How are you feeling after the morning session?</a:t>
          </a:r>
          <a:endParaRPr lang="en-US" sz="2200" kern="1200" dirty="0"/>
        </a:p>
      </dsp:txBody>
      <dsp:txXfrm>
        <a:off x="1357965" y="2319"/>
        <a:ext cx="4887299" cy="1175727"/>
      </dsp:txXfrm>
    </dsp:sp>
    <dsp:sp modelId="{F5535AD4-8618-4591-8399-731537608CCB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EA629-6478-4C81-9425-DA02F8B59F2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C261D-4A04-4FA0-B4F4-60C53973F95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What went well?</a:t>
          </a:r>
          <a:endParaRPr lang="en-US" sz="2200" kern="1200"/>
        </a:p>
      </dsp:txBody>
      <dsp:txXfrm>
        <a:off x="1357965" y="1471979"/>
        <a:ext cx="4887299" cy="1175727"/>
      </dsp:txXfrm>
    </dsp:sp>
    <dsp:sp modelId="{3D7B7766-C516-442F-B5F1-9D65D716ABB5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2E715-84B5-45BD-9755-8CD8D55D7AFD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4984C-38F3-4C0A-A063-A442B7C0E94C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What didn’t go so well?</a:t>
          </a:r>
          <a:endParaRPr lang="en-US" sz="2200" kern="1200"/>
        </a:p>
      </dsp:txBody>
      <dsp:txXfrm>
        <a:off x="1357965" y="2941639"/>
        <a:ext cx="4887299" cy="1175727"/>
      </dsp:txXfrm>
    </dsp:sp>
    <dsp:sp modelId="{CF0CE1AD-39FD-4E5E-BF30-D7D864C36153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453FA-2580-4FD0-9113-A134434DCD0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02AC8-22FD-4DF0-92CF-9FABB7C59765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What do you want to focus on this afternoon?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FC44F-7AE2-4294-B0BD-DE307DE61DA9}">
      <dsp:nvSpPr>
        <dsp:cNvPr id="0" name=""/>
        <dsp:cNvSpPr/>
      </dsp:nvSpPr>
      <dsp:spPr>
        <a:xfrm>
          <a:off x="0" y="12840"/>
          <a:ext cx="7516019" cy="23470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900" b="1" kern="1200" dirty="0"/>
            <a:t>Remember the big pic:</a:t>
          </a:r>
          <a:endParaRPr lang="en-US" sz="5900" b="1" kern="1200" dirty="0"/>
        </a:p>
      </dsp:txBody>
      <dsp:txXfrm>
        <a:off x="114572" y="127412"/>
        <a:ext cx="7286875" cy="2117875"/>
      </dsp:txXfrm>
    </dsp:sp>
    <dsp:sp modelId="{0BA3D2D1-0C67-44ED-8001-7469CDD95E6B}">
      <dsp:nvSpPr>
        <dsp:cNvPr id="0" name=""/>
        <dsp:cNvSpPr/>
      </dsp:nvSpPr>
      <dsp:spPr>
        <a:xfrm>
          <a:off x="0" y="2353890"/>
          <a:ext cx="7516019" cy="3175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63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/>
            <a:t>Explain</a:t>
          </a:r>
          <a:r>
            <a:rPr lang="en-GB" sz="2000" kern="1200"/>
            <a:t> the importance of orchestration in data engineering.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/>
            <a:t>Appraise</a:t>
          </a:r>
          <a:r>
            <a:rPr lang="en-GB" sz="2000" kern="1200"/>
            <a:t> the role of MLOps in orchestrating modern data workflows.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 dirty="0"/>
            <a:t>Implement</a:t>
          </a:r>
          <a:r>
            <a:rPr lang="en-GB" sz="2000" kern="1200" dirty="0"/>
            <a:t> infrastructure as code using AWS CloudFormation.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 dirty="0"/>
            <a:t>Containerise</a:t>
          </a:r>
          <a:r>
            <a:rPr lang="en-GB" sz="2000" kern="1200" dirty="0"/>
            <a:t> machine learning models with Docker and manage them via Amazon ECR.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 dirty="0"/>
            <a:t>Orchestrate</a:t>
          </a:r>
          <a:r>
            <a:rPr lang="en-GB" sz="2000" kern="1200" dirty="0"/>
            <a:t> ML workflows using Argo Workflows on Amazon EKS.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 dirty="0"/>
            <a:t>Using the KSBs gained from this workshop, demonstrate</a:t>
          </a:r>
          <a:r>
            <a:rPr lang="en-GB" sz="2000" kern="1200" dirty="0"/>
            <a:t> how HR can utilise risk classifications to develop targeted retention strategies in a real-world scenario.</a:t>
          </a:r>
          <a:endParaRPr lang="en-US" sz="2000" kern="1200" dirty="0"/>
        </a:p>
      </dsp:txBody>
      <dsp:txXfrm>
        <a:off x="0" y="2353890"/>
        <a:ext cx="7516019" cy="3175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07E99-80C1-4B12-B1DA-27E35D67004B}">
      <dsp:nvSpPr>
        <dsp:cNvPr id="0" name=""/>
        <dsp:cNvSpPr/>
      </dsp:nvSpPr>
      <dsp:spPr>
        <a:xfrm>
          <a:off x="686107" y="1668"/>
          <a:ext cx="2750015" cy="16500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K8s uses horizontal pod </a:t>
          </a:r>
          <a:r>
            <a:rPr lang="en-GB" sz="1600" b="1" kern="1200" dirty="0" err="1"/>
            <a:t>autoscalers</a:t>
          </a:r>
          <a:r>
            <a:rPr lang="en-GB" sz="1600" b="1" kern="1200" dirty="0"/>
            <a:t>, meaning it spins up more replicas of a microservice if utilisation is high.</a:t>
          </a:r>
          <a:endParaRPr lang="en-US" sz="1600" b="1" kern="1200" dirty="0"/>
        </a:p>
      </dsp:txBody>
      <dsp:txXfrm>
        <a:off x="686107" y="1668"/>
        <a:ext cx="2750015" cy="1650009"/>
      </dsp:txXfrm>
    </dsp:sp>
    <dsp:sp modelId="{24848698-DE67-42BA-91BA-9ABFCBE1992C}">
      <dsp:nvSpPr>
        <dsp:cNvPr id="0" name=""/>
        <dsp:cNvSpPr/>
      </dsp:nvSpPr>
      <dsp:spPr>
        <a:xfrm>
          <a:off x="3711125" y="1668"/>
          <a:ext cx="2750015" cy="1650009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i="1" kern="1200" dirty="0"/>
            <a:t>K8s uses load balancing to distribute requests among pods.</a:t>
          </a:r>
          <a:endParaRPr lang="en-US" sz="1600" i="1" kern="1200" dirty="0"/>
        </a:p>
      </dsp:txBody>
      <dsp:txXfrm>
        <a:off x="3711125" y="1668"/>
        <a:ext cx="2750015" cy="1650009"/>
      </dsp:txXfrm>
    </dsp:sp>
    <dsp:sp modelId="{15DF5F2A-5272-4459-8F69-ACED7E201D18}">
      <dsp:nvSpPr>
        <dsp:cNvPr id="0" name=""/>
        <dsp:cNvSpPr/>
      </dsp:nvSpPr>
      <dsp:spPr>
        <a:xfrm>
          <a:off x="686107" y="1926679"/>
          <a:ext cx="2750015" cy="1650009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i="1" kern="1200" dirty="0"/>
            <a:t>K8s uses a consensus mechanism ensuring consistency across nodes</a:t>
          </a:r>
          <a:endParaRPr lang="en-US" sz="1600" i="1" kern="1200" dirty="0"/>
        </a:p>
      </dsp:txBody>
      <dsp:txXfrm>
        <a:off x="686107" y="1926679"/>
        <a:ext cx="2750015" cy="1650009"/>
      </dsp:txXfrm>
    </dsp:sp>
    <dsp:sp modelId="{91003A6D-73C1-4433-B0D1-11549782922A}">
      <dsp:nvSpPr>
        <dsp:cNvPr id="0" name=""/>
        <dsp:cNvSpPr/>
      </dsp:nvSpPr>
      <dsp:spPr>
        <a:xfrm>
          <a:off x="3711125" y="1926679"/>
          <a:ext cx="2750015" cy="1650009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Argo scales by using workflow parallelism, i.e. can run steps simultaneously if they’re not mutually dependent (or belong to different workflows entirely).</a:t>
          </a:r>
          <a:endParaRPr lang="en-US" sz="1600" b="1" kern="1200" dirty="0"/>
        </a:p>
      </dsp:txBody>
      <dsp:txXfrm>
        <a:off x="3711125" y="1926679"/>
        <a:ext cx="2750015" cy="1650009"/>
      </dsp:txXfrm>
    </dsp:sp>
    <dsp:sp modelId="{B602CCC6-43E8-48FC-99A9-BB752A2DF936}">
      <dsp:nvSpPr>
        <dsp:cNvPr id="0" name=""/>
        <dsp:cNvSpPr/>
      </dsp:nvSpPr>
      <dsp:spPr>
        <a:xfrm>
          <a:off x="686107" y="3851690"/>
          <a:ext cx="2750015" cy="1650009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Argo handles dependencies well (like “train after data ingest finishes”) inside a workflow.</a:t>
          </a:r>
          <a:endParaRPr lang="en-US" sz="1600" b="1" kern="1200" dirty="0"/>
        </a:p>
      </dsp:txBody>
      <dsp:txXfrm>
        <a:off x="686107" y="3851690"/>
        <a:ext cx="2750015" cy="1650009"/>
      </dsp:txXfrm>
    </dsp:sp>
    <dsp:sp modelId="{97823722-4668-4E3C-9F43-5DECF7561871}">
      <dsp:nvSpPr>
        <dsp:cNvPr id="0" name=""/>
        <dsp:cNvSpPr/>
      </dsp:nvSpPr>
      <dsp:spPr>
        <a:xfrm>
          <a:off x="3711125" y="3851690"/>
          <a:ext cx="2750015" cy="165000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1" u="sng" kern="1200" dirty="0"/>
            <a:t>K8s keeps the cluster running, Argo keeps the workflows organised.</a:t>
          </a:r>
          <a:endParaRPr lang="en-US" sz="1600" b="1" i="1" u="sng" kern="1200" dirty="0"/>
        </a:p>
      </dsp:txBody>
      <dsp:txXfrm>
        <a:off x="3711125" y="3851690"/>
        <a:ext cx="2750015" cy="16500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22C7E-B58C-41E1-BE0D-1150C6893B43}">
      <dsp:nvSpPr>
        <dsp:cNvPr id="0" name=""/>
        <dsp:cNvSpPr/>
      </dsp:nvSpPr>
      <dsp:spPr>
        <a:xfrm>
          <a:off x="968414" y="16882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C5767-BFAE-45C8-894E-BEBB314AF5E7}">
      <dsp:nvSpPr>
        <dsp:cNvPr id="0" name=""/>
        <dsp:cNvSpPr/>
      </dsp:nvSpPr>
      <dsp:spPr>
        <a:xfrm>
          <a:off x="1363289" y="411757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0DFC8-64C6-411B-9CC7-1876124C699F}">
      <dsp:nvSpPr>
        <dsp:cNvPr id="0" name=""/>
        <dsp:cNvSpPr/>
      </dsp:nvSpPr>
      <dsp:spPr>
        <a:xfrm>
          <a:off x="293952" y="2129833"/>
          <a:ext cx="3520553" cy="1330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b="1" kern="1200" dirty="0"/>
            <a:t>If we only had Glue, how would we manage frequent model retraining, multiple microservices, or real-time inference? What overhead might we face?</a:t>
          </a:r>
          <a:endParaRPr lang="en-US" sz="1600" b="1" kern="1200" dirty="0"/>
        </a:p>
      </dsp:txBody>
      <dsp:txXfrm>
        <a:off x="293952" y="2129833"/>
        <a:ext cx="3520553" cy="1330447"/>
      </dsp:txXfrm>
    </dsp:sp>
    <dsp:sp modelId="{289ABFC6-F377-4EE6-812B-2189C28AFCA5}">
      <dsp:nvSpPr>
        <dsp:cNvPr id="0" name=""/>
        <dsp:cNvSpPr/>
      </dsp:nvSpPr>
      <dsp:spPr>
        <a:xfrm>
          <a:off x="4779003" y="69287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FBAF3-E091-46EC-924D-FB049CA1A4BF}">
      <dsp:nvSpPr>
        <dsp:cNvPr id="0" name=""/>
        <dsp:cNvSpPr/>
      </dsp:nvSpPr>
      <dsp:spPr>
        <a:xfrm>
          <a:off x="5173878" y="464162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22217-2067-4E0C-9900-0C659617B924}">
      <dsp:nvSpPr>
        <dsp:cNvPr id="0" name=""/>
        <dsp:cNvSpPr/>
      </dsp:nvSpPr>
      <dsp:spPr>
        <a:xfrm>
          <a:off x="4186691" y="2499287"/>
          <a:ext cx="3037500" cy="11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 dirty="0"/>
            <a:t>In which cases might Glue still be enough for part of the pipeline—and where does an orchestrator like Argo clearly shine?</a:t>
          </a:r>
          <a:endParaRPr lang="en-US" sz="1600" kern="1200" dirty="0"/>
        </a:p>
      </dsp:txBody>
      <dsp:txXfrm>
        <a:off x="4186691" y="2499287"/>
        <a:ext cx="3037500" cy="1120830"/>
      </dsp:txXfrm>
    </dsp:sp>
    <dsp:sp modelId="{62EA3522-2515-4AFE-9B00-62108ACA1FA2}">
      <dsp:nvSpPr>
        <dsp:cNvPr id="0" name=""/>
        <dsp:cNvSpPr/>
      </dsp:nvSpPr>
      <dsp:spPr>
        <a:xfrm>
          <a:off x="8348066" y="69287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218A8-67F7-4601-BEDC-DA0FC5EF749D}">
      <dsp:nvSpPr>
        <dsp:cNvPr id="0" name=""/>
        <dsp:cNvSpPr/>
      </dsp:nvSpPr>
      <dsp:spPr>
        <a:xfrm>
          <a:off x="8742941" y="464162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F8F03-BF34-44AA-831F-D89E539DC161}">
      <dsp:nvSpPr>
        <dsp:cNvPr id="0" name=""/>
        <dsp:cNvSpPr/>
      </dsp:nvSpPr>
      <dsp:spPr>
        <a:xfrm>
          <a:off x="7755753" y="2499287"/>
          <a:ext cx="3037500" cy="11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i="1" kern="1200" dirty="0"/>
            <a:t>Which one is better for rapid iteration and why?</a:t>
          </a:r>
        </a:p>
      </dsp:txBody>
      <dsp:txXfrm>
        <a:off x="7755753" y="2499287"/>
        <a:ext cx="3037500" cy="1120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E4378-0E5C-2E43-84EC-EAD2E5A865D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09B06-83EA-C548-BA44-E8B8F930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1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9B06-83EA-C548-BA44-E8B8F930A6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5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9B06-83EA-C548-BA44-E8B8F930A6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05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4:notes"/>
          <p:cNvSpPr txBox="1">
            <a:spLocks noGrp="1"/>
          </p:cNvSpPr>
          <p:nvPr>
            <p:ph type="body" idx="1"/>
          </p:nvPr>
        </p:nvSpPr>
        <p:spPr>
          <a:xfrm>
            <a:off x="709931" y="4925416"/>
            <a:ext cx="5679440" cy="4029879"/>
          </a:xfrm>
          <a:prstGeom prst="rect">
            <a:avLst/>
          </a:prstGeom>
        </p:spPr>
        <p:txBody>
          <a:bodyPr spcFirstLastPara="1" wrap="square" lIns="99000" tIns="49500" rIns="99000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9B06-83EA-C548-BA44-E8B8F930A6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6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9162-C729-13E2-FDDE-108BD72BA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F5F5E-D4F7-BEE4-E920-4BAE5F3AE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AE17D-1F6C-326F-958B-55660B3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C96AE-117D-1619-CA4C-54BD71F0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99AAD-499E-D9E0-88DF-EBCCCDD2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1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80CF-72D5-51A6-6E03-FAEDE0EA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DE9FE-7796-E4FA-59EF-54ECD30BA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BA1AB-4564-56B2-26FF-6090A866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906B-E031-C601-A413-832BC783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D4F70-5564-CB0B-D669-DE1B3532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DE1A-89A4-3EBE-0621-C8D5BB23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20EB8-AFD0-53DF-7054-3BDA079D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71CC8-D28C-40C2-10DE-48A676CF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C29D2-FDF0-C8B7-C0A1-2D099E23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1516-3060-EC06-3BD5-33619ECE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FCE0-3FB2-0AF5-51A0-026B8599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FFBD-8E96-8CEB-ABDB-28C2284C2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B3CE1-AF23-B541-8413-ABEDB33CE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946DB-5471-9B0E-C108-60279F054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8F22A-1ADD-EFDE-A97F-39B7CA64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5E2BC-E9D1-0B8D-6E83-8E9C5926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1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EE68-8D7D-A68D-D497-B43C2DBE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CFE94-2522-5845-BB00-E1694EF8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41369-69EC-56AD-A34C-497491E4A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AAC73-F8D4-5CA2-E537-03F09395B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28209-337C-8CE3-C238-A9BC54AC8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066C02-9E06-2941-780D-78A1380D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FC28C-68E7-1B0C-8E81-F72DD201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FE9F2-A367-7B15-974A-F818538C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9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C37B-98E5-A61F-F1B8-14C1E301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FD016-24A6-5D1C-8047-F88AC78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46785-9C51-CACB-7287-B674C8B8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7939-9F78-541C-FC12-1AAE215B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4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7931B-5A6A-5A70-A9ED-424056B0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E18CA-D112-2FFE-91AB-71E052BD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64F1A-3F3C-6CB3-2AE0-F0500BFE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8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74FB-971A-D739-91E3-1ED01290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D88C-13AD-D4AE-257F-731B95DC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0A838-E1C0-0485-3D5D-2B92CE44F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6478A-6991-143C-B65E-B523C2C76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26BA3-8AB8-6E76-A64A-8CF2B6D2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33E32-0A16-7AEF-2E53-2F03A646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2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063B-F20D-9511-919C-514B62A3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EF1ED-B105-0792-E67C-88F455A4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EA723-7C4C-F435-D2E2-C4E64CB1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ACC77-469C-3606-0C04-2CB20F48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5AAD1-99D7-3EDA-C6C4-301E410D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D4576-4808-8B2F-4B44-3A99F4BA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8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3773-EFE0-3542-4E8A-717E6200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AF0C2-6213-CA6A-C211-B815E3FB2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A562F-19F3-EB81-B3E3-61099EF1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C3A5-E862-F23B-D903-78652A91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5960-B3A3-D984-8476-0E5758D0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6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E6342-1E52-F0CA-C72C-41A889E62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B25EE-8BE8-6041-30DC-8A492EB3A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E91F1-E1BA-4B4B-7F2C-65F78E12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486B0-2D1D-1E9A-0CB4-A70B9BE2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ED95-DB5B-E416-2FE2-B029A70C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9EC86-08A8-5869-625F-1FD4A9CE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43230-8F4B-A708-4DA5-6E1565963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242A3-CD2B-BCBF-E2AB-D0963FAA6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30B39-2387-5644-8E60-3B0F1BDEDC1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EA54C-B5B7-3EE2-AC00-77F7776FF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327B-A71E-7B7A-C831-A48519CFD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27979-EC95-2245-AA0D-5AEFBB90A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2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483C5-47EE-3C64-A008-658C45F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805" y="2410049"/>
            <a:ext cx="9910296" cy="259002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8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Conducting your Orchestration</a:t>
            </a:r>
            <a:br>
              <a:rPr lang="en-US" sz="8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8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(afternoon session)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C54B890A-03FF-7246-C707-2C464684294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65176" y="4185266"/>
            <a:ext cx="3276600" cy="1714500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BF0F5-7690-E059-2AB8-B037F0BEDD98}"/>
              </a:ext>
            </a:extLst>
          </p:cNvPr>
          <p:cNvSpPr txBox="1"/>
          <p:nvPr/>
        </p:nvSpPr>
        <p:spPr>
          <a:xfrm>
            <a:off x="387913" y="408286"/>
            <a:ext cx="35904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Level 5 Data Engineer</a:t>
            </a:r>
          </a:p>
          <a:p>
            <a:r>
              <a:rPr lang="en-GB" sz="2000" dirty="0"/>
              <a:t>Higher Apprenticeship</a:t>
            </a:r>
          </a:p>
          <a:p>
            <a:endParaRPr lang="en-GB" dirty="0"/>
          </a:p>
          <a:p>
            <a:r>
              <a:rPr lang="en-GB" sz="2000" b="1" dirty="0"/>
              <a:t>Workshop 10</a:t>
            </a:r>
          </a:p>
        </p:txBody>
      </p:sp>
    </p:spTree>
    <p:extLst>
      <p:ext uri="{BB962C8B-B14F-4D97-AF65-F5344CB8AC3E}">
        <p14:creationId xmlns:p14="http://schemas.microsoft.com/office/powerpoint/2010/main" val="274121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98B4C-7D7F-CA14-13A3-28BC91DD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787" y="1741337"/>
            <a:ext cx="5448730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This check-in will take 30 45 minutes, and will be followed by resuming your hands-on exercises.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0093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CE077-A09C-CEF8-3757-BF855D1D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Check-in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extBox 2">
            <a:extLst>
              <a:ext uri="{FF2B5EF4-FFF2-40B4-BE49-F238E27FC236}">
                <a16:creationId xmlns:a16="http://schemas.microsoft.com/office/drawing/2014/main" id="{1D4A1AF8-FA67-E522-D806-0232A6E7EB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765523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036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3D71B-1FE4-7170-B308-98C2E682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Workshop Objectives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b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(Re-cap)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C4EE7AA-3AEF-DE81-72E5-90701BE09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433171"/>
              </p:ext>
            </p:extLst>
          </p:nvPr>
        </p:nvGraphicFramePr>
        <p:xfrm>
          <a:off x="4530571" y="651877"/>
          <a:ext cx="7516019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874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C1EEF-98B1-B623-343B-C70FAFFC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Architectural Points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5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5E7249-C9E8-13C3-8879-B34ABA4C1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20" y="0"/>
            <a:ext cx="82375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FAC819-A48F-DC3F-86DF-EED8F78385AB}"/>
              </a:ext>
            </a:extLst>
          </p:cNvPr>
          <p:cNvSpPr txBox="1"/>
          <p:nvPr/>
        </p:nvSpPr>
        <p:spPr>
          <a:xfrm>
            <a:off x="2659310" y="864066"/>
            <a:ext cx="666924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Scale only the parts that need more compute (e.g., model training) without impacting other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service can be updated, tested, and redeployed on its 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the ML service is having issues, it doesn’t take down ingestion or notifications.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1923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1761F-FB60-CC7D-E0C6-814B8D18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59" y="1377146"/>
            <a:ext cx="4076460" cy="36262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Anatomy of a pod containing a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305BB-12C2-EB38-D906-2A30508282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7027" y="1824789"/>
            <a:ext cx="6194967" cy="390282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8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E3B5D-588C-57E7-AD5D-E4BD4035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Remember!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EABE347-15E6-30D7-994C-FAAAFC082B36}"/>
              </a:ext>
            </a:extLst>
          </p:cNvPr>
          <p:cNvSpPr txBox="1"/>
          <p:nvPr/>
        </p:nvSpPr>
        <p:spPr>
          <a:xfrm>
            <a:off x="5255260" y="1648870"/>
            <a:ext cx="4702848" cy="3560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Argo or Airflow is not “one more microservice,” but an orchestration layer that triggers or sequences these services.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“microservice” is essentially a fancy word for containers that run the code for an important “service” in isolation (examples: API service, ingestion service, ML service, notification service, etc.)</a:t>
            </a:r>
          </a:p>
        </p:txBody>
      </p:sp>
    </p:spTree>
    <p:extLst>
      <p:ext uri="{BB962C8B-B14F-4D97-AF65-F5344CB8AC3E}">
        <p14:creationId xmlns:p14="http://schemas.microsoft.com/office/powerpoint/2010/main" val="310448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EA907-98F3-DD6C-44FE-730CBFC2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Consensus and Scaling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8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BBECD-E282-9B06-3BFD-37E82F17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060848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Kubernetes vs Argo: responsibilities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250" y="323519"/>
            <a:ext cx="7217311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B670EF1D-9A68-4916-FA92-1A7BB1679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968757"/>
              </p:ext>
            </p:extLst>
          </p:nvPr>
        </p:nvGraphicFramePr>
        <p:xfrm>
          <a:off x="4254759" y="727788"/>
          <a:ext cx="7147249" cy="5503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6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F2EFC-0DE3-CE33-BAA6-1C8710C3F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F8C8A-0CBE-4B7D-0D92-1E25A4B5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Consolidation of previous material.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 about AWS Glue vs. Orchestration.</a:t>
            </a:r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B53581A7-F74B-448C-E343-C09C34EA3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92767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398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C283F-0FA3-30EE-66D0-C6FCED6B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055" y="3038642"/>
            <a:ext cx="9144000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i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tip:</a:t>
            </a:r>
            <a:br>
              <a:rPr lang="en-US" sz="6000" i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6000" i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Remember to make thorough notes from your discussions in a learning journal, or </a:t>
            </a:r>
            <a:r>
              <a:rPr lang="en-US" sz="600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another resource </a:t>
            </a:r>
            <a:r>
              <a:rPr lang="en-US" sz="6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 can refer to later.</a:t>
            </a:r>
            <a:endParaRPr lang="en-US" sz="6000" i="1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8338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9D58F-AC32-3694-2705-BEA8C51A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Your PDE will guide you through the remaining activities.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Laptop">
            <a:extLst>
              <a:ext uri="{FF2B5EF4-FFF2-40B4-BE49-F238E27FC236}">
                <a16:creationId xmlns:a16="http://schemas.microsoft.com/office/drawing/2014/main" id="{B1E1C873-AC70-7126-4A40-F64D81D99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7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12537</TotalTime>
  <Words>499</Words>
  <Application>Microsoft Office PowerPoint</Application>
  <PresentationFormat>Widescreen</PresentationFormat>
  <Paragraphs>46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Conducting your Orchestration (afternoon session)</vt:lpstr>
      <vt:lpstr>This check-in will take 30 45 minutes, and will be followed by resuming your hands-on exercises.</vt:lpstr>
      <vt:lpstr>Check-in</vt:lpstr>
      <vt:lpstr>Workshop Objectives (Re-cap)</vt:lpstr>
      <vt:lpstr>Architectural Points</vt:lpstr>
      <vt:lpstr>PowerPoint Presentation</vt:lpstr>
      <vt:lpstr>PowerPoint Presentation</vt:lpstr>
      <vt:lpstr>Anatomy of a pod containing a workflow</vt:lpstr>
      <vt:lpstr>Remember!</vt:lpstr>
      <vt:lpstr>Consensus and Scaling</vt:lpstr>
      <vt:lpstr>Kubernetes vs Argo: responsibilities</vt:lpstr>
      <vt:lpstr>Consolidation of previous material. Questions about AWS Glue vs. Orchestration.</vt:lpstr>
      <vt:lpstr>Top tip:  Remember to make thorough notes from your discussions in a learning journal, or another resource you can refer to later.</vt:lpstr>
      <vt:lpstr>Your PDE will guide you through the remaining activities.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stages of adding value with data</dc:title>
  <dc:creator>Mike Hoffman</dc:creator>
  <cp:lastModifiedBy>Mike Hoffman</cp:lastModifiedBy>
  <cp:revision>14</cp:revision>
  <dcterms:created xsi:type="dcterms:W3CDTF">2024-03-14T12:24:12Z</dcterms:created>
  <dcterms:modified xsi:type="dcterms:W3CDTF">2025-03-07T03:02:58Z</dcterms:modified>
</cp:coreProperties>
</file>